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4" r:id="rId4"/>
    <p:sldId id="266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C1AF2-56AF-5C43-ACBC-D823B62DE484}" v="130" dt="2026-04-16T13:17:37.109"/>
    <p1510:client id="{594CDE81-8536-ACD8-983A-428DC4FD1621}" v="768" dt="2026-04-15T13:46:36.518"/>
    <p1510:client id="{6040998A-BAC7-73BC-396C-C59DF61EF502}" v="21" dt="2026-04-16T14:51:30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78" d="100"/>
          <a:sy n="178" d="100"/>
        </p:scale>
        <p:origin x="208" y="8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 Guan" userId="S::jingua@microsoft.com::2fc4713c-3e36-4ff4-9921-0f6c191ce1c2" providerId="AD" clId="Web-{25433D6F-CB07-929D-2D8F-E59E4BDD29E5}"/>
    <pc:docChg chg="modSld">
      <pc:chgData name="Jing Guan" userId="S::jingua@microsoft.com::2fc4713c-3e36-4ff4-9921-0f6c191ce1c2" providerId="AD" clId="Web-{25433D6F-CB07-929D-2D8F-E59E4BDD29E5}" dt="2026-04-15T07:17:44.644" v="7" actId="20577"/>
      <pc:docMkLst>
        <pc:docMk/>
      </pc:docMkLst>
      <pc:sldChg chg="delSp modSp">
        <pc:chgData name="Jing Guan" userId="S::jingua@microsoft.com::2fc4713c-3e36-4ff4-9921-0f6c191ce1c2" providerId="AD" clId="Web-{25433D6F-CB07-929D-2D8F-E59E4BDD29E5}" dt="2026-04-15T07:17:44.644" v="7" actId="20577"/>
        <pc:sldMkLst>
          <pc:docMk/>
          <pc:sldMk cId="566629256" sldId="262"/>
        </pc:sldMkLst>
        <pc:spChg chg="del">
          <ac:chgData name="Jing Guan" userId="S::jingua@microsoft.com::2fc4713c-3e36-4ff4-9921-0f6c191ce1c2" providerId="AD" clId="Web-{25433D6F-CB07-929D-2D8F-E59E4BDD29E5}" dt="2026-04-15T07:17:38.081" v="5"/>
          <ac:spMkLst>
            <pc:docMk/>
            <pc:sldMk cId="566629256" sldId="262"/>
            <ac:spMk id="38" creationId="{4371D212-E07C-7F8D-4D2E-2998111BDDBA}"/>
          </ac:spMkLst>
        </pc:spChg>
        <pc:spChg chg="mod">
          <ac:chgData name="Jing Guan" userId="S::jingua@microsoft.com::2fc4713c-3e36-4ff4-9921-0f6c191ce1c2" providerId="AD" clId="Web-{25433D6F-CB07-929D-2D8F-E59E4BDD29E5}" dt="2026-04-15T07:17:44.644" v="7" actId="20577"/>
          <ac:spMkLst>
            <pc:docMk/>
            <pc:sldMk cId="566629256" sldId="262"/>
            <ac:spMk id="39" creationId="{1CCFD331-CBEA-2734-306B-877BCFFFB623}"/>
          </ac:spMkLst>
        </pc:spChg>
        <pc:picChg chg="del">
          <ac:chgData name="Jing Guan" userId="S::jingua@microsoft.com::2fc4713c-3e36-4ff4-9921-0f6c191ce1c2" providerId="AD" clId="Web-{25433D6F-CB07-929D-2D8F-E59E4BDD29E5}" dt="2026-04-15T07:17:26.862" v="1"/>
          <ac:picMkLst>
            <pc:docMk/>
            <pc:sldMk cId="566629256" sldId="262"/>
            <ac:picMk id="31" creationId="{CB794BC2-8F70-9573-B151-89A2A9DCE5F8}"/>
          </ac:picMkLst>
        </pc:picChg>
        <pc:picChg chg="mod">
          <ac:chgData name="Jing Guan" userId="S::jingua@microsoft.com::2fc4713c-3e36-4ff4-9921-0f6c191ce1c2" providerId="AD" clId="Web-{25433D6F-CB07-929D-2D8F-E59E4BDD29E5}" dt="2026-04-15T07:17:31.049" v="3" actId="1076"/>
          <ac:picMkLst>
            <pc:docMk/>
            <pc:sldMk cId="566629256" sldId="262"/>
            <ac:picMk id="33" creationId="{088A59A0-DBAD-CDEF-9E6B-E64C2D3FFB66}"/>
          </ac:picMkLst>
        </pc:picChg>
        <pc:picChg chg="del">
          <ac:chgData name="Jing Guan" userId="S::jingua@microsoft.com::2fc4713c-3e36-4ff4-9921-0f6c191ce1c2" providerId="AD" clId="Web-{25433D6F-CB07-929D-2D8F-E59E4BDD29E5}" dt="2026-04-15T07:17:26.862" v="0"/>
          <ac:picMkLst>
            <pc:docMk/>
            <pc:sldMk cId="566629256" sldId="262"/>
            <ac:picMk id="34" creationId="{B49B54A9-2D46-AFA5-275D-C4A0A82B7B29}"/>
          </ac:picMkLst>
        </pc:picChg>
        <pc:picChg chg="del">
          <ac:chgData name="Jing Guan" userId="S::jingua@microsoft.com::2fc4713c-3e36-4ff4-9921-0f6c191ce1c2" providerId="AD" clId="Web-{25433D6F-CB07-929D-2D8F-E59E4BDD29E5}" dt="2026-04-15T07:17:36.315" v="4"/>
          <ac:picMkLst>
            <pc:docMk/>
            <pc:sldMk cId="566629256" sldId="262"/>
            <ac:picMk id="36" creationId="{9D6E6884-EE23-F4B3-6F87-AD19B37A4104}"/>
          </ac:picMkLst>
        </pc:picChg>
      </pc:sldChg>
    </pc:docChg>
  </pc:docChgLst>
  <pc:docChgLst>
    <pc:chgData clId="Web-{6040998A-BAC7-73BC-396C-C59DF61EF502}"/>
    <pc:docChg chg="addSld delSld">
      <pc:chgData name="" userId="" providerId="" clId="Web-{6040998A-BAC7-73BC-396C-C59DF61EF502}" dt="2026-04-16T14:50:54.029" v="11"/>
      <pc:docMkLst>
        <pc:docMk/>
      </pc:docMkLst>
      <pc:sldChg chg="add del">
        <pc:chgData name="" userId="" providerId="" clId="Web-{6040998A-BAC7-73BC-396C-C59DF61EF502}" dt="2026-04-16T14:50:53.701" v="8"/>
        <pc:sldMkLst>
          <pc:docMk/>
          <pc:sldMk cId="0" sldId="258"/>
        </pc:sldMkLst>
      </pc:sldChg>
      <pc:sldChg chg="add del">
        <pc:chgData name="" userId="" providerId="" clId="Web-{6040998A-BAC7-73BC-396C-C59DF61EF502}" dt="2026-04-16T14:50:53.826" v="9"/>
        <pc:sldMkLst>
          <pc:docMk/>
          <pc:sldMk cId="0" sldId="259"/>
        </pc:sldMkLst>
      </pc:sldChg>
      <pc:sldChg chg="add del">
        <pc:chgData name="" userId="" providerId="" clId="Web-{6040998A-BAC7-73BC-396C-C59DF61EF502}" dt="2026-04-16T14:50:54.029" v="11"/>
        <pc:sldMkLst>
          <pc:docMk/>
          <pc:sldMk cId="0" sldId="260"/>
        </pc:sldMkLst>
      </pc:sldChg>
      <pc:sldChg chg="add del">
        <pc:chgData name="" userId="" providerId="" clId="Web-{6040998A-BAC7-73BC-396C-C59DF61EF502}" dt="2026-04-16T14:50:53.935" v="10"/>
        <pc:sldMkLst>
          <pc:docMk/>
          <pc:sldMk cId="0" sldId="261"/>
        </pc:sldMkLst>
      </pc:sldChg>
      <pc:sldChg chg="add del">
        <pc:chgData name="" userId="" providerId="" clId="Web-{6040998A-BAC7-73BC-396C-C59DF61EF502}" dt="2026-04-16T14:50:53.701" v="6"/>
        <pc:sldMkLst>
          <pc:docMk/>
          <pc:sldMk cId="2983090310" sldId="263"/>
        </pc:sldMkLst>
      </pc:sldChg>
      <pc:sldChg chg="add del">
        <pc:chgData name="" userId="" providerId="" clId="Web-{6040998A-BAC7-73BC-396C-C59DF61EF502}" dt="2026-04-16T14:50:53.701" v="7"/>
        <pc:sldMkLst>
          <pc:docMk/>
          <pc:sldMk cId="1267862460" sldId="265"/>
        </pc:sldMkLst>
      </pc:sldChg>
    </pc:docChg>
  </pc:docChgLst>
  <pc:docChgLst>
    <pc:chgData clId="Web-{594CDE81-8536-ACD8-983A-428DC4FD1621}"/>
    <pc:docChg chg="modSld">
      <pc:chgData name="" userId="" providerId="" clId="Web-{594CDE81-8536-ACD8-983A-428DC4FD1621}" dt="2026-04-15T13:19:46.821" v="1" actId="14100"/>
      <pc:docMkLst>
        <pc:docMk/>
      </pc:docMkLst>
      <pc:sldChg chg="modSp">
        <pc:chgData name="" userId="" providerId="" clId="Web-{594CDE81-8536-ACD8-983A-428DC4FD1621}" dt="2026-04-15T13:19:46.821" v="1" actId="14100"/>
        <pc:sldMkLst>
          <pc:docMk/>
          <pc:sldMk cId="0" sldId="256"/>
        </pc:sldMkLst>
        <pc:spChg chg="mod">
          <ac:chgData name="" userId="" providerId="" clId="Web-{594CDE81-8536-ACD8-983A-428DC4FD1621}" dt="2026-04-15T13:19:46.821" v="1" actId="14100"/>
          <ac:spMkLst>
            <pc:docMk/>
            <pc:sldMk cId="0" sldId="256"/>
            <ac:spMk id="14" creationId="{00000000-0000-0000-0000-000000000000}"/>
          </ac:spMkLst>
        </pc:spChg>
      </pc:sldChg>
    </pc:docChg>
  </pc:docChgLst>
  <pc:docChgLst>
    <pc:chgData name="Jing Guan" userId="2fc4713c-3e36-4ff4-9921-0f6c191ce1c2" providerId="ADAL" clId="{BBCD5AC2-C58D-5A01-8969-76A13F0491F2}"/>
    <pc:docChg chg="undo custSel addSld modSld sldOrd">
      <pc:chgData name="Jing Guan" userId="2fc4713c-3e36-4ff4-9921-0f6c191ce1c2" providerId="ADAL" clId="{BBCD5AC2-C58D-5A01-8969-76A13F0491F2}" dt="2026-04-16T13:17:40.345" v="833"/>
      <pc:docMkLst>
        <pc:docMk/>
      </pc:docMkLst>
      <pc:sldChg chg="addSp modSp mod">
        <pc:chgData name="Jing Guan" userId="2fc4713c-3e36-4ff4-9921-0f6c191ce1c2" providerId="ADAL" clId="{BBCD5AC2-C58D-5A01-8969-76A13F0491F2}" dt="2026-04-16T09:27:05.119" v="450" actId="1076"/>
        <pc:sldMkLst>
          <pc:docMk/>
          <pc:sldMk cId="0" sldId="256"/>
        </pc:sldMkLst>
        <pc:spChg chg="mod">
          <ac:chgData name="Jing Guan" userId="2fc4713c-3e36-4ff4-9921-0f6c191ce1c2" providerId="ADAL" clId="{BBCD5AC2-C58D-5A01-8969-76A13F0491F2}" dt="2026-04-16T09:27:02.786" v="449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Jing Guan" userId="2fc4713c-3e36-4ff4-9921-0f6c191ce1c2" providerId="ADAL" clId="{BBCD5AC2-C58D-5A01-8969-76A13F0491F2}" dt="2026-04-16T09:27:05.119" v="450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Jing Guan" userId="2fc4713c-3e36-4ff4-9921-0f6c191ce1c2" providerId="ADAL" clId="{BBCD5AC2-C58D-5A01-8969-76A13F0491F2}" dt="2026-04-14T15:49:09.108" v="126" actId="1076"/>
          <ac:spMkLst>
            <pc:docMk/>
            <pc:sldMk cId="0" sldId="256"/>
            <ac:spMk id="18" creationId="{00000000-0000-0000-0000-000000000000}"/>
          </ac:spMkLst>
        </pc:spChg>
        <pc:picChg chg="add mod">
          <ac:chgData name="Jing Guan" userId="2fc4713c-3e36-4ff4-9921-0f6c191ce1c2" providerId="ADAL" clId="{BBCD5AC2-C58D-5A01-8969-76A13F0491F2}" dt="2026-04-15T00:19:25.750" v="130" actId="1076"/>
          <ac:picMkLst>
            <pc:docMk/>
            <pc:sldMk cId="0" sldId="256"/>
            <ac:picMk id="21" creationId="{B392E2CA-9389-A422-2D96-D48F5E414E2E}"/>
          </ac:picMkLst>
        </pc:picChg>
        <pc:picChg chg="add mod">
          <ac:chgData name="Jing Guan" userId="2fc4713c-3e36-4ff4-9921-0f6c191ce1c2" providerId="ADAL" clId="{BBCD5AC2-C58D-5A01-8969-76A13F0491F2}" dt="2026-04-14T15:49:37.675" v="127" actId="1076"/>
          <ac:picMkLst>
            <pc:docMk/>
            <pc:sldMk cId="0" sldId="256"/>
            <ac:picMk id="22" creationId="{D9444C59-C159-9AE7-7F2C-99A5A2D54005}"/>
          </ac:picMkLst>
        </pc:picChg>
      </pc:sldChg>
      <pc:sldChg chg="addSp delSp modSp mod">
        <pc:chgData name="Jing Guan" userId="2fc4713c-3e36-4ff4-9921-0f6c191ce1c2" providerId="ADAL" clId="{BBCD5AC2-C58D-5A01-8969-76A13F0491F2}" dt="2026-04-16T13:17:40.345" v="833"/>
        <pc:sldMkLst>
          <pc:docMk/>
          <pc:sldMk cId="0" sldId="257"/>
        </pc:sldMkLst>
        <pc:spChg chg="mod">
          <ac:chgData name="Jing Guan" userId="2fc4713c-3e36-4ff4-9921-0f6c191ce1c2" providerId="ADAL" clId="{BBCD5AC2-C58D-5A01-8969-76A13F0491F2}" dt="2026-04-16T02:13:59.994" v="161" actId="1076"/>
          <ac:spMkLst>
            <pc:docMk/>
            <pc:sldMk cId="0" sldId="257"/>
            <ac:spMk id="3" creationId="{00000000-0000-0000-0000-000000000000}"/>
          </ac:spMkLst>
        </pc:spChg>
        <pc:spChg chg="del">
          <ac:chgData name="Jing Guan" userId="2fc4713c-3e36-4ff4-9921-0f6c191ce1c2" providerId="ADAL" clId="{BBCD5AC2-C58D-5A01-8969-76A13F0491F2}" dt="2026-04-16T11:13:03.193" v="579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Jing Guan" userId="2fc4713c-3e36-4ff4-9921-0f6c191ce1c2" providerId="ADAL" clId="{BBCD5AC2-C58D-5A01-8969-76A13F0491F2}" dt="2026-04-16T11:13:03.193" v="579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Jing Guan" userId="2fc4713c-3e36-4ff4-9921-0f6c191ce1c2" providerId="ADAL" clId="{BBCD5AC2-C58D-5A01-8969-76A13F0491F2}" dt="2026-04-16T11:13:03.193" v="579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Jing Guan" userId="2fc4713c-3e36-4ff4-9921-0f6c191ce1c2" providerId="ADAL" clId="{BBCD5AC2-C58D-5A01-8969-76A13F0491F2}" dt="2026-04-16T11:13:03.193" v="579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Jing Guan" userId="2fc4713c-3e36-4ff4-9921-0f6c191ce1c2" providerId="ADAL" clId="{BBCD5AC2-C58D-5A01-8969-76A13F0491F2}" dt="2026-04-16T11:13:03.193" v="579" actId="478"/>
          <ac:spMkLst>
            <pc:docMk/>
            <pc:sldMk cId="0" sldId="257"/>
            <ac:spMk id="10" creationId="{00000000-0000-0000-0000-000000000000}"/>
          </ac:spMkLst>
        </pc:spChg>
        <pc:spChg chg="add mod">
          <ac:chgData name="Jing Guan" userId="2fc4713c-3e36-4ff4-9921-0f6c191ce1c2" providerId="ADAL" clId="{BBCD5AC2-C58D-5A01-8969-76A13F0491F2}" dt="2026-04-16T11:13:14.287" v="581" actId="571"/>
          <ac:spMkLst>
            <pc:docMk/>
            <pc:sldMk cId="0" sldId="257"/>
            <ac:spMk id="17" creationId="{819CBFA0-B057-2F07-86DA-BCCEE9FECBAF}"/>
          </ac:spMkLst>
        </pc:spChg>
        <pc:spChg chg="add mod">
          <ac:chgData name="Jing Guan" userId="2fc4713c-3e36-4ff4-9921-0f6c191ce1c2" providerId="ADAL" clId="{BBCD5AC2-C58D-5A01-8969-76A13F0491F2}" dt="2026-04-16T11:13:35.279" v="627" actId="20577"/>
          <ac:spMkLst>
            <pc:docMk/>
            <pc:sldMk cId="0" sldId="257"/>
            <ac:spMk id="18" creationId="{04D69BD2-021A-AB17-AA4E-1CDCC475BFA5}"/>
          </ac:spMkLst>
        </pc:spChg>
        <pc:spChg chg="add mod">
          <ac:chgData name="Jing Guan" userId="2fc4713c-3e36-4ff4-9921-0f6c191ce1c2" providerId="ADAL" clId="{BBCD5AC2-C58D-5A01-8969-76A13F0491F2}" dt="2026-04-16T13:17:34.918" v="830" actId="20577"/>
          <ac:spMkLst>
            <pc:docMk/>
            <pc:sldMk cId="0" sldId="257"/>
            <ac:spMk id="19" creationId="{0D3E43B7-3DEA-7C13-0B31-C66765D916E4}"/>
          </ac:spMkLst>
        </pc:spChg>
        <pc:spChg chg="add mod">
          <ac:chgData name="Jing Guan" userId="2fc4713c-3e36-4ff4-9921-0f6c191ce1c2" providerId="ADAL" clId="{BBCD5AC2-C58D-5A01-8969-76A13F0491F2}" dt="2026-04-16T11:13:14.287" v="581" actId="571"/>
          <ac:spMkLst>
            <pc:docMk/>
            <pc:sldMk cId="0" sldId="257"/>
            <ac:spMk id="20" creationId="{7E5D4026-AFC2-3942-425D-9601B29A2D8D}"/>
          </ac:spMkLst>
        </pc:spChg>
        <pc:spChg chg="mod">
          <ac:chgData name="Jing Guan" userId="2fc4713c-3e36-4ff4-9921-0f6c191ce1c2" providerId="ADAL" clId="{BBCD5AC2-C58D-5A01-8969-76A13F0491F2}" dt="2026-04-16T11:13:10.556" v="580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Jing Guan" userId="2fc4713c-3e36-4ff4-9921-0f6c191ce1c2" providerId="ADAL" clId="{BBCD5AC2-C58D-5A01-8969-76A13F0491F2}" dt="2026-04-16T11:13:10.556" v="580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Jing Guan" userId="2fc4713c-3e36-4ff4-9921-0f6c191ce1c2" providerId="ADAL" clId="{BBCD5AC2-C58D-5A01-8969-76A13F0491F2}" dt="2026-04-16T11:13:10.556" v="580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Jing Guan" userId="2fc4713c-3e36-4ff4-9921-0f6c191ce1c2" providerId="ADAL" clId="{BBCD5AC2-C58D-5A01-8969-76A13F0491F2}" dt="2026-04-16T11:13:10.556" v="580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Jing Guan" userId="2fc4713c-3e36-4ff4-9921-0f6c191ce1c2" providerId="ADAL" clId="{BBCD5AC2-C58D-5A01-8969-76A13F0491F2}" dt="2026-04-16T11:13:10.556" v="580" actId="1076"/>
          <ac:spMkLst>
            <pc:docMk/>
            <pc:sldMk cId="0" sldId="257"/>
            <ac:spMk id="30" creationId="{00000000-0000-0000-0000-000000000000}"/>
          </ac:spMkLst>
        </pc:spChg>
        <pc:spChg chg="add mod">
          <ac:chgData name="Jing Guan" userId="2fc4713c-3e36-4ff4-9921-0f6c191ce1c2" providerId="ADAL" clId="{BBCD5AC2-C58D-5A01-8969-76A13F0491F2}" dt="2026-04-16T11:15:01.985" v="635" actId="20577"/>
          <ac:spMkLst>
            <pc:docMk/>
            <pc:sldMk cId="0" sldId="257"/>
            <ac:spMk id="37" creationId="{435D4278-83CE-B1AF-7DC4-841E9ED55D14}"/>
          </ac:spMkLst>
        </pc:spChg>
        <pc:spChg chg="add del mod">
          <ac:chgData name="Jing Guan" userId="2fc4713c-3e36-4ff4-9921-0f6c191ce1c2" providerId="ADAL" clId="{BBCD5AC2-C58D-5A01-8969-76A13F0491F2}" dt="2026-04-16T13:17:40.345" v="833"/>
          <ac:spMkLst>
            <pc:docMk/>
            <pc:sldMk cId="0" sldId="257"/>
            <ac:spMk id="38" creationId="{74C0C357-A1D9-B9ED-66B9-E54E7746D054}"/>
          </ac:spMkLst>
        </pc:spChg>
        <pc:spChg chg="mod">
          <ac:chgData name="Jing Guan" userId="2fc4713c-3e36-4ff4-9921-0f6c191ce1c2" providerId="ADAL" clId="{BBCD5AC2-C58D-5A01-8969-76A13F0491F2}" dt="2026-04-16T11:37:52.404" v="642" actId="1076"/>
          <ac:spMkLst>
            <pc:docMk/>
            <pc:sldMk cId="0" sldId="257"/>
            <ac:spMk id="68" creationId="{00000000-0000-0000-0000-000000000000}"/>
          </ac:spMkLst>
        </pc:spChg>
        <pc:picChg chg="add mod">
          <ac:chgData name="Jing Guan" userId="2fc4713c-3e36-4ff4-9921-0f6c191ce1c2" providerId="ADAL" clId="{BBCD5AC2-C58D-5A01-8969-76A13F0491F2}" dt="2026-04-16T11:21:56.553" v="639" actId="1076"/>
          <ac:picMkLst>
            <pc:docMk/>
            <pc:sldMk cId="0" sldId="257"/>
            <ac:picMk id="16" creationId="{9ABF07AA-F5EC-4A6A-5AF3-075566C799BB}"/>
          </ac:picMkLst>
        </pc:picChg>
      </pc:sldChg>
      <pc:sldChg chg="modSp mod">
        <pc:chgData name="Jing Guan" userId="2fc4713c-3e36-4ff4-9921-0f6c191ce1c2" providerId="ADAL" clId="{BBCD5AC2-C58D-5A01-8969-76A13F0491F2}" dt="2026-04-15T03:16:06.783" v="150" actId="20577"/>
        <pc:sldMkLst>
          <pc:docMk/>
          <pc:sldMk cId="0" sldId="258"/>
        </pc:sldMkLst>
        <pc:spChg chg="mod">
          <ac:chgData name="Jing Guan" userId="2fc4713c-3e36-4ff4-9921-0f6c191ce1c2" providerId="ADAL" clId="{BBCD5AC2-C58D-5A01-8969-76A13F0491F2}" dt="2026-04-15T03:16:06.783" v="150" actId="20577"/>
          <ac:spMkLst>
            <pc:docMk/>
            <pc:sldMk cId="0" sldId="258"/>
            <ac:spMk id="37" creationId="{00000000-0000-0000-0000-000000000000}"/>
          </ac:spMkLst>
        </pc:spChg>
      </pc:sldChg>
      <pc:sldChg chg="addSp delSp modSp mod ord">
        <pc:chgData name="Jing Guan" userId="2fc4713c-3e36-4ff4-9921-0f6c191ce1c2" providerId="ADAL" clId="{BBCD5AC2-C58D-5A01-8969-76A13F0491F2}" dt="2026-04-16T09:34:56.738" v="573" actId="1076"/>
        <pc:sldMkLst>
          <pc:docMk/>
          <pc:sldMk cId="566629256" sldId="262"/>
        </pc:sldMkLst>
        <pc:spChg chg="mod">
          <ac:chgData name="Jing Guan" userId="2fc4713c-3e36-4ff4-9921-0f6c191ce1c2" providerId="ADAL" clId="{BBCD5AC2-C58D-5A01-8969-76A13F0491F2}" dt="2026-04-16T09:30:38.567" v="536" actId="1076"/>
          <ac:spMkLst>
            <pc:docMk/>
            <pc:sldMk cId="566629256" sldId="262"/>
            <ac:spMk id="2" creationId="{7D458102-ECE7-FEA1-8FA6-98CE5C89E178}"/>
          </ac:spMkLst>
        </pc:spChg>
        <pc:spChg chg="del">
          <ac:chgData name="Jing Guan" userId="2fc4713c-3e36-4ff4-9921-0f6c191ce1c2" providerId="ADAL" clId="{BBCD5AC2-C58D-5A01-8969-76A13F0491F2}" dt="2026-04-16T09:27:57.039" v="464" actId="21"/>
          <ac:spMkLst>
            <pc:docMk/>
            <pc:sldMk cId="566629256" sldId="262"/>
            <ac:spMk id="3" creationId="{D9568285-55BE-5280-2F55-87828F4B5315}"/>
          </ac:spMkLst>
        </pc:spChg>
        <pc:spChg chg="del">
          <ac:chgData name="Jing Guan" userId="2fc4713c-3e36-4ff4-9921-0f6c191ce1c2" providerId="ADAL" clId="{BBCD5AC2-C58D-5A01-8969-76A13F0491F2}" dt="2026-04-16T09:27:57.039" v="464" actId="21"/>
          <ac:spMkLst>
            <pc:docMk/>
            <pc:sldMk cId="566629256" sldId="262"/>
            <ac:spMk id="4" creationId="{63DFEB18-9030-9FF6-A6BA-66AC8662B5AE}"/>
          </ac:spMkLst>
        </pc:spChg>
        <pc:spChg chg="add mod">
          <ac:chgData name="Jing Guan" userId="2fc4713c-3e36-4ff4-9921-0f6c191ce1c2" providerId="ADAL" clId="{BBCD5AC2-C58D-5A01-8969-76A13F0491F2}" dt="2026-04-16T09:34:52.261" v="571" actId="1076"/>
          <ac:spMkLst>
            <pc:docMk/>
            <pc:sldMk cId="566629256" sldId="262"/>
            <ac:spMk id="6" creationId="{22213B41-EA7C-72E7-2BC9-2CDFA4934409}"/>
          </ac:spMkLst>
        </pc:spChg>
        <pc:spChg chg="mod">
          <ac:chgData name="Jing Guan" userId="2fc4713c-3e36-4ff4-9921-0f6c191ce1c2" providerId="ADAL" clId="{BBCD5AC2-C58D-5A01-8969-76A13F0491F2}" dt="2026-04-16T09:34:56.738" v="573" actId="1076"/>
          <ac:spMkLst>
            <pc:docMk/>
            <pc:sldMk cId="566629256" sldId="262"/>
            <ac:spMk id="37" creationId="{E30324B7-97DD-FA2B-3AAF-62DD1547E564}"/>
          </ac:spMkLst>
        </pc:spChg>
        <pc:spChg chg="del mod">
          <ac:chgData name="Jing Guan" userId="2fc4713c-3e36-4ff4-9921-0f6c191ce1c2" providerId="ADAL" clId="{BBCD5AC2-C58D-5A01-8969-76A13F0491F2}" dt="2026-04-16T09:31:19.081" v="549"/>
          <ac:spMkLst>
            <pc:docMk/>
            <pc:sldMk cId="566629256" sldId="262"/>
            <ac:spMk id="39" creationId="{1CCFD331-CBEA-2734-306B-877BCFFFB623}"/>
          </ac:spMkLst>
        </pc:spChg>
        <pc:picChg chg="mod">
          <ac:chgData name="Jing Guan" userId="2fc4713c-3e36-4ff4-9921-0f6c191ce1c2" providerId="ADAL" clId="{BBCD5AC2-C58D-5A01-8969-76A13F0491F2}" dt="2026-04-16T09:34:52.261" v="571" actId="1076"/>
          <ac:picMkLst>
            <pc:docMk/>
            <pc:sldMk cId="566629256" sldId="262"/>
            <ac:picMk id="29" creationId="{D50D2809-2AC1-5F43-1BCA-3BD8DEB1A0B0}"/>
          </ac:picMkLst>
        </pc:picChg>
        <pc:picChg chg="mod">
          <ac:chgData name="Jing Guan" userId="2fc4713c-3e36-4ff4-9921-0f6c191ce1c2" providerId="ADAL" clId="{BBCD5AC2-C58D-5A01-8969-76A13F0491F2}" dt="2026-04-15T03:09:42.188" v="136" actId="1076"/>
          <ac:picMkLst>
            <pc:docMk/>
            <pc:sldMk cId="566629256" sldId="262"/>
            <ac:picMk id="31" creationId="{CB794BC2-8F70-9573-B151-89A2A9DCE5F8}"/>
          </ac:picMkLst>
        </pc:picChg>
        <pc:picChg chg="mod">
          <ac:chgData name="Jing Guan" userId="2fc4713c-3e36-4ff4-9921-0f6c191ce1c2" providerId="ADAL" clId="{BBCD5AC2-C58D-5A01-8969-76A13F0491F2}" dt="2026-04-16T09:34:53.878" v="572" actId="1076"/>
          <ac:picMkLst>
            <pc:docMk/>
            <pc:sldMk cId="566629256" sldId="262"/>
            <ac:picMk id="33" creationId="{088A59A0-DBAD-CDEF-9E6B-E64C2D3FFB66}"/>
          </ac:picMkLst>
        </pc:picChg>
      </pc:sldChg>
      <pc:sldChg chg="addSp modSp new mod ord">
        <pc:chgData name="Jing Guan" userId="2fc4713c-3e36-4ff4-9921-0f6c191ce1c2" providerId="ADAL" clId="{BBCD5AC2-C58D-5A01-8969-76A13F0491F2}" dt="2026-04-16T13:08:38.639" v="826" actId="20578"/>
        <pc:sldMkLst>
          <pc:docMk/>
          <pc:sldMk cId="2983090310" sldId="263"/>
        </pc:sldMkLst>
      </pc:sldChg>
      <pc:sldChg chg="addSp delSp modSp mod">
        <pc:chgData name="Jing Guan" userId="2fc4713c-3e36-4ff4-9921-0f6c191ce1c2" providerId="ADAL" clId="{BBCD5AC2-C58D-5A01-8969-76A13F0491F2}" dt="2026-04-16T09:34:46.926" v="570" actId="1076"/>
        <pc:sldMkLst>
          <pc:docMk/>
          <pc:sldMk cId="3429477035" sldId="264"/>
        </pc:sldMkLst>
        <pc:spChg chg="add del mod">
          <ac:chgData name="Jing Guan" userId="2fc4713c-3e36-4ff4-9921-0f6c191ce1c2" providerId="ADAL" clId="{BBCD5AC2-C58D-5A01-8969-76A13F0491F2}" dt="2026-04-16T09:34:35.656" v="566" actId="478"/>
          <ac:spMkLst>
            <pc:docMk/>
            <pc:sldMk cId="3429477035" sldId="264"/>
            <ac:spMk id="2" creationId="{77879F0C-1EEF-9D0A-A2FF-8CEE6F5BA54F}"/>
          </ac:spMkLst>
        </pc:spChg>
        <pc:spChg chg="mod">
          <ac:chgData name="Jing Guan" userId="2fc4713c-3e36-4ff4-9921-0f6c191ce1c2" providerId="ADAL" clId="{BBCD5AC2-C58D-5A01-8969-76A13F0491F2}" dt="2026-04-16T09:34:44.088" v="569" actId="1076"/>
          <ac:spMkLst>
            <pc:docMk/>
            <pc:sldMk cId="3429477035" sldId="264"/>
            <ac:spMk id="3" creationId="{8FA4A621-049A-555A-CEE7-5BAC20A0F7D8}"/>
          </ac:spMkLst>
        </pc:spChg>
        <pc:spChg chg="mod">
          <ac:chgData name="Jing Guan" userId="2fc4713c-3e36-4ff4-9921-0f6c191ce1c2" providerId="ADAL" clId="{BBCD5AC2-C58D-5A01-8969-76A13F0491F2}" dt="2026-04-16T09:34:46.926" v="570" actId="1076"/>
          <ac:spMkLst>
            <pc:docMk/>
            <pc:sldMk cId="3429477035" sldId="264"/>
            <ac:spMk id="6" creationId="{9C99D34A-DCC7-FA03-8062-24E0ECD3860A}"/>
          </ac:spMkLst>
        </pc:spChg>
        <pc:spChg chg="del mod">
          <ac:chgData name="Jing Guan" userId="2fc4713c-3e36-4ff4-9921-0f6c191ce1c2" providerId="ADAL" clId="{BBCD5AC2-C58D-5A01-8969-76A13F0491F2}" dt="2026-04-16T02:16:51.076" v="206" actId="478"/>
          <ac:spMkLst>
            <pc:docMk/>
            <pc:sldMk cId="3429477035" sldId="264"/>
            <ac:spMk id="7" creationId="{F3C73FC6-3F52-D0B2-5CB2-02415E912B1E}"/>
          </ac:spMkLst>
        </pc:spChg>
        <pc:spChg chg="del mod">
          <ac:chgData name="Jing Guan" userId="2fc4713c-3e36-4ff4-9921-0f6c191ce1c2" providerId="ADAL" clId="{BBCD5AC2-C58D-5A01-8969-76A13F0491F2}" dt="2026-04-16T02:17:04.277" v="214"/>
          <ac:spMkLst>
            <pc:docMk/>
            <pc:sldMk cId="3429477035" sldId="264"/>
            <ac:spMk id="8" creationId="{532D32E8-980C-D164-B09B-3AB300D03621}"/>
          </ac:spMkLst>
        </pc:spChg>
        <pc:spChg chg="add mod">
          <ac:chgData name="Jing Guan" userId="2fc4713c-3e36-4ff4-9921-0f6c191ce1c2" providerId="ADAL" clId="{BBCD5AC2-C58D-5A01-8969-76A13F0491F2}" dt="2026-04-16T02:16:10.302" v="188" actId="571"/>
          <ac:spMkLst>
            <pc:docMk/>
            <pc:sldMk cId="3429477035" sldId="264"/>
            <ac:spMk id="9" creationId="{2A7B6A5B-E1C0-2E79-23EC-CAACBCE03F91}"/>
          </ac:spMkLst>
        </pc:spChg>
        <pc:spChg chg="del mod">
          <ac:chgData name="Jing Guan" userId="2fc4713c-3e36-4ff4-9921-0f6c191ce1c2" providerId="ADAL" clId="{BBCD5AC2-C58D-5A01-8969-76A13F0491F2}" dt="2026-04-16T02:16:59.265" v="211" actId="478"/>
          <ac:spMkLst>
            <pc:docMk/>
            <pc:sldMk cId="3429477035" sldId="264"/>
            <ac:spMk id="10" creationId="{7B0D3169-D00A-177A-76BA-0BBE16DDA5A6}"/>
          </ac:spMkLst>
        </pc:spChg>
        <pc:spChg chg="del mod">
          <ac:chgData name="Jing Guan" userId="2fc4713c-3e36-4ff4-9921-0f6c191ce1c2" providerId="ADAL" clId="{BBCD5AC2-C58D-5A01-8969-76A13F0491F2}" dt="2026-04-16T02:16:59.265" v="211" actId="478"/>
          <ac:spMkLst>
            <pc:docMk/>
            <pc:sldMk cId="3429477035" sldId="264"/>
            <ac:spMk id="11" creationId="{DFE18CA3-805A-1170-4D9C-6F2662F70CCB}"/>
          </ac:spMkLst>
        </pc:spChg>
        <pc:spChg chg="del mod">
          <ac:chgData name="Jing Guan" userId="2fc4713c-3e36-4ff4-9921-0f6c191ce1c2" providerId="ADAL" clId="{BBCD5AC2-C58D-5A01-8969-76A13F0491F2}" dt="2026-04-16T02:16:59.265" v="211" actId="478"/>
          <ac:spMkLst>
            <pc:docMk/>
            <pc:sldMk cId="3429477035" sldId="264"/>
            <ac:spMk id="12" creationId="{09F97844-42D4-D1E0-7805-3DB264C6FC88}"/>
          </ac:spMkLst>
        </pc:spChg>
        <pc:spChg chg="mod">
          <ac:chgData name="Jing Guan" userId="2fc4713c-3e36-4ff4-9921-0f6c191ce1c2" providerId="ADAL" clId="{BBCD5AC2-C58D-5A01-8969-76A13F0491F2}" dt="2026-04-16T02:16:15.154" v="189" actId="1076"/>
          <ac:spMkLst>
            <pc:docMk/>
            <pc:sldMk cId="3429477035" sldId="264"/>
            <ac:spMk id="13" creationId="{A1EF011F-B2C4-D795-4E90-254A8B9F083C}"/>
          </ac:spMkLst>
        </pc:spChg>
        <pc:spChg chg="mod">
          <ac:chgData name="Jing Guan" userId="2fc4713c-3e36-4ff4-9921-0f6c191ce1c2" providerId="ADAL" clId="{BBCD5AC2-C58D-5A01-8969-76A13F0491F2}" dt="2026-04-16T02:16:15.154" v="189" actId="1076"/>
          <ac:spMkLst>
            <pc:docMk/>
            <pc:sldMk cId="3429477035" sldId="264"/>
            <ac:spMk id="14" creationId="{818EEEF4-B89F-4CD4-0507-965E5DFDEFE1}"/>
          </ac:spMkLst>
        </pc:spChg>
        <pc:spChg chg="mod">
          <ac:chgData name="Jing Guan" userId="2fc4713c-3e36-4ff4-9921-0f6c191ce1c2" providerId="ADAL" clId="{BBCD5AC2-C58D-5A01-8969-76A13F0491F2}" dt="2026-04-16T09:27:18.259" v="451" actId="1076"/>
          <ac:spMkLst>
            <pc:docMk/>
            <pc:sldMk cId="3429477035" sldId="264"/>
            <ac:spMk id="15" creationId="{2A112ACB-BA83-2F6F-C683-473A3B372682}"/>
          </ac:spMkLst>
        </pc:spChg>
        <pc:spChg chg="add mod">
          <ac:chgData name="Jing Guan" userId="2fc4713c-3e36-4ff4-9921-0f6c191ce1c2" providerId="ADAL" clId="{BBCD5AC2-C58D-5A01-8969-76A13F0491F2}" dt="2026-04-16T02:16:10.302" v="188" actId="571"/>
          <ac:spMkLst>
            <pc:docMk/>
            <pc:sldMk cId="3429477035" sldId="264"/>
            <ac:spMk id="16" creationId="{03CB9E89-FE4E-02FA-D4B4-C48C2B6456C7}"/>
          </ac:spMkLst>
        </pc:spChg>
        <pc:spChg chg="add mod">
          <ac:chgData name="Jing Guan" userId="2fc4713c-3e36-4ff4-9921-0f6c191ce1c2" providerId="ADAL" clId="{BBCD5AC2-C58D-5A01-8969-76A13F0491F2}" dt="2026-04-16T02:16:10.302" v="188" actId="571"/>
          <ac:spMkLst>
            <pc:docMk/>
            <pc:sldMk cId="3429477035" sldId="264"/>
            <ac:spMk id="17" creationId="{98CCAD24-6842-E972-BB1C-B4CFD1F2BA11}"/>
          </ac:spMkLst>
        </pc:spChg>
        <pc:spChg chg="add del mod">
          <ac:chgData name="Jing Guan" userId="2fc4713c-3e36-4ff4-9921-0f6c191ce1c2" providerId="ADAL" clId="{BBCD5AC2-C58D-5A01-8969-76A13F0491F2}" dt="2026-04-16T09:27:38.061" v="462"/>
          <ac:spMkLst>
            <pc:docMk/>
            <pc:sldMk cId="3429477035" sldId="264"/>
            <ac:spMk id="18" creationId="{87990A4B-DF83-34A6-C667-C8407675BEF2}"/>
          </ac:spMkLst>
        </pc:spChg>
        <pc:picChg chg="add mod">
          <ac:chgData name="Jing Guan" userId="2fc4713c-3e36-4ff4-9921-0f6c191ce1c2" providerId="ADAL" clId="{BBCD5AC2-C58D-5A01-8969-76A13F0491F2}" dt="2026-04-16T02:16:10.302" v="188" actId="571"/>
          <ac:picMkLst>
            <pc:docMk/>
            <pc:sldMk cId="3429477035" sldId="264"/>
            <ac:picMk id="4" creationId="{F0E43285-1BE2-914C-B4C6-BE846A9771FB}"/>
          </ac:picMkLst>
        </pc:picChg>
        <pc:picChg chg="mod">
          <ac:chgData name="Jing Guan" userId="2fc4713c-3e36-4ff4-9921-0f6c191ce1c2" providerId="ADAL" clId="{BBCD5AC2-C58D-5A01-8969-76A13F0491F2}" dt="2026-04-16T02:16:15.154" v="189" actId="1076"/>
          <ac:picMkLst>
            <pc:docMk/>
            <pc:sldMk cId="3429477035" sldId="264"/>
            <ac:picMk id="5" creationId="{EE48B0ED-5F99-CA3B-5AF0-736AE3A2B804}"/>
          </ac:picMkLst>
        </pc:picChg>
      </pc:sldChg>
      <pc:sldChg chg="addSp delSp modSp add mod ord">
        <pc:chgData name="Jing Guan" userId="2fc4713c-3e36-4ff4-9921-0f6c191ce1c2" providerId="ADAL" clId="{BBCD5AC2-C58D-5A01-8969-76A13F0491F2}" dt="2026-04-16T13:08:06.402" v="825" actId="1076"/>
        <pc:sldMkLst>
          <pc:docMk/>
          <pc:sldMk cId="1917440664" sldId="266"/>
        </pc:sldMkLst>
        <pc:spChg chg="mod">
          <ac:chgData name="Jing Guan" userId="2fc4713c-3e36-4ff4-9921-0f6c191ce1c2" providerId="ADAL" clId="{BBCD5AC2-C58D-5A01-8969-76A13F0491F2}" dt="2026-04-16T12:06:11.218" v="717" actId="1076"/>
          <ac:spMkLst>
            <pc:docMk/>
            <pc:sldMk cId="1917440664" sldId="266"/>
            <ac:spMk id="2" creationId="{6A7EE776-16A5-E57C-7392-4AC0FDCF64C4}"/>
          </ac:spMkLst>
        </pc:spChg>
        <pc:spChg chg="del">
          <ac:chgData name="Jing Guan" userId="2fc4713c-3e36-4ff4-9921-0f6c191ce1c2" providerId="ADAL" clId="{BBCD5AC2-C58D-5A01-8969-76A13F0491F2}" dt="2026-04-16T02:38:37.302" v="221" actId="478"/>
          <ac:spMkLst>
            <pc:docMk/>
            <pc:sldMk cId="1917440664" sldId="266"/>
            <ac:spMk id="3" creationId="{B14268B7-0E78-5FD7-61D1-D72C61CAF37A}"/>
          </ac:spMkLst>
        </pc:spChg>
        <pc:spChg chg="del">
          <ac:chgData name="Jing Guan" userId="2fc4713c-3e36-4ff4-9921-0f6c191ce1c2" providerId="ADAL" clId="{BBCD5AC2-C58D-5A01-8969-76A13F0491F2}" dt="2026-04-16T02:38:37.302" v="221" actId="478"/>
          <ac:spMkLst>
            <pc:docMk/>
            <pc:sldMk cId="1917440664" sldId="266"/>
            <ac:spMk id="4" creationId="{7083333C-9F02-03F5-68D3-E4531566BD91}"/>
          </ac:spMkLst>
        </pc:spChg>
        <pc:spChg chg="add del mod">
          <ac:chgData name="Jing Guan" userId="2fc4713c-3e36-4ff4-9921-0f6c191ce1c2" providerId="ADAL" clId="{BBCD5AC2-C58D-5A01-8969-76A13F0491F2}" dt="2026-04-16T09:24:58.290" v="445" actId="478"/>
          <ac:spMkLst>
            <pc:docMk/>
            <pc:sldMk cId="1917440664" sldId="266"/>
            <ac:spMk id="5" creationId="{3EF4DE75-955B-7CA6-6B73-34B778146D1D}"/>
          </ac:spMkLst>
        </pc:spChg>
        <pc:spChg chg="add del mod">
          <ac:chgData name="Jing Guan" userId="2fc4713c-3e36-4ff4-9921-0f6c191ce1c2" providerId="ADAL" clId="{BBCD5AC2-C58D-5A01-8969-76A13F0491F2}" dt="2026-04-16T09:28:57.225" v="494" actId="478"/>
          <ac:spMkLst>
            <pc:docMk/>
            <pc:sldMk cId="1917440664" sldId="266"/>
            <ac:spMk id="6" creationId="{72EC5C87-10B3-CEB1-3AAD-E13CFBAB2CF0}"/>
          </ac:spMkLst>
        </pc:spChg>
        <pc:spChg chg="add del mod">
          <ac:chgData name="Jing Guan" userId="2fc4713c-3e36-4ff4-9921-0f6c191ce1c2" providerId="ADAL" clId="{BBCD5AC2-C58D-5A01-8969-76A13F0491F2}" dt="2026-04-16T09:28:57.225" v="494" actId="478"/>
          <ac:spMkLst>
            <pc:docMk/>
            <pc:sldMk cId="1917440664" sldId="266"/>
            <ac:spMk id="7" creationId="{F060CE75-2241-A4A2-930A-5FA8AAB664C8}"/>
          </ac:spMkLst>
        </pc:spChg>
        <pc:spChg chg="add del mod">
          <ac:chgData name="Jing Guan" userId="2fc4713c-3e36-4ff4-9921-0f6c191ce1c2" providerId="ADAL" clId="{BBCD5AC2-C58D-5A01-8969-76A13F0491F2}" dt="2026-04-16T09:29:08.459" v="498"/>
          <ac:spMkLst>
            <pc:docMk/>
            <pc:sldMk cId="1917440664" sldId="266"/>
            <ac:spMk id="8" creationId="{9756148D-3BE2-C647-91A1-8844C624DE88}"/>
          </ac:spMkLst>
        </pc:spChg>
        <pc:spChg chg="add mod">
          <ac:chgData name="Jing Guan" userId="2fc4713c-3e36-4ff4-9921-0f6c191ce1c2" providerId="ADAL" clId="{BBCD5AC2-C58D-5A01-8969-76A13F0491F2}" dt="2026-04-16T12:06:18.473" v="722" actId="2711"/>
          <ac:spMkLst>
            <pc:docMk/>
            <pc:sldMk cId="1917440664" sldId="266"/>
            <ac:spMk id="13" creationId="{07722715-DC53-A7B7-863E-48163E477DA3}"/>
          </ac:spMkLst>
        </pc:spChg>
        <pc:spChg chg="add mod">
          <ac:chgData name="Jing Guan" userId="2fc4713c-3e36-4ff4-9921-0f6c191ce1c2" providerId="ADAL" clId="{BBCD5AC2-C58D-5A01-8969-76A13F0491F2}" dt="2026-04-16T13:08:06.402" v="825" actId="1076"/>
          <ac:spMkLst>
            <pc:docMk/>
            <pc:sldMk cId="1917440664" sldId="266"/>
            <ac:spMk id="14" creationId="{4A98610E-F051-3724-2051-7BEC390CF39F}"/>
          </ac:spMkLst>
        </pc:spChg>
        <pc:spChg chg="add mod">
          <ac:chgData name="Jing Guan" userId="2fc4713c-3e36-4ff4-9921-0f6c191ce1c2" providerId="ADAL" clId="{BBCD5AC2-C58D-5A01-8969-76A13F0491F2}" dt="2026-04-16T12:49:32.321" v="804" actId="20577"/>
          <ac:spMkLst>
            <pc:docMk/>
            <pc:sldMk cId="1917440664" sldId="266"/>
            <ac:spMk id="17" creationId="{E6A6114E-E118-529F-7DA5-078F36353670}"/>
          </ac:spMkLst>
        </pc:spChg>
        <pc:spChg chg="add del mod">
          <ac:chgData name="Jing Guan" userId="2fc4713c-3e36-4ff4-9921-0f6c191ce1c2" providerId="ADAL" clId="{BBCD5AC2-C58D-5A01-8969-76A13F0491F2}" dt="2026-04-16T12:07:31.467" v="732" actId="478"/>
          <ac:spMkLst>
            <pc:docMk/>
            <pc:sldMk cId="1917440664" sldId="266"/>
            <ac:spMk id="37" creationId="{71E902D8-1CF7-35B2-CEB5-1C70D95E326C}"/>
          </ac:spMkLst>
        </pc:spChg>
        <pc:spChg chg="add del">
          <ac:chgData name="Jing Guan" userId="2fc4713c-3e36-4ff4-9921-0f6c191ce1c2" providerId="ADAL" clId="{BBCD5AC2-C58D-5A01-8969-76A13F0491F2}" dt="2026-04-16T02:38:32.252" v="220" actId="478"/>
          <ac:spMkLst>
            <pc:docMk/>
            <pc:sldMk cId="1917440664" sldId="266"/>
            <ac:spMk id="39" creationId="{F1A17740-65B6-63A5-85FC-9EF0A16D12B1}"/>
          </ac:spMkLst>
        </pc:spChg>
        <pc:picChg chg="add mod">
          <ac:chgData name="Jing Guan" userId="2fc4713c-3e36-4ff4-9921-0f6c191ce1c2" providerId="ADAL" clId="{BBCD5AC2-C58D-5A01-8969-76A13F0491F2}" dt="2026-04-16T13:07:14.311" v="806" actId="1076"/>
          <ac:picMkLst>
            <pc:docMk/>
            <pc:sldMk cId="1917440664" sldId="266"/>
            <ac:picMk id="9" creationId="{0F6B642E-726F-73ED-6D46-37C008D23553}"/>
          </ac:picMkLst>
        </pc:picChg>
        <pc:picChg chg="add mod">
          <ac:chgData name="Jing Guan" userId="2fc4713c-3e36-4ff4-9921-0f6c191ce1c2" providerId="ADAL" clId="{BBCD5AC2-C58D-5A01-8969-76A13F0491F2}" dt="2026-04-16T13:07:14.311" v="806" actId="1076"/>
          <ac:picMkLst>
            <pc:docMk/>
            <pc:sldMk cId="1917440664" sldId="266"/>
            <ac:picMk id="10" creationId="{0D8BD49C-F7CD-BE09-9773-1C587CF91C37}"/>
          </ac:picMkLst>
        </pc:picChg>
        <pc:picChg chg="add mod">
          <ac:chgData name="Jing Guan" userId="2fc4713c-3e36-4ff4-9921-0f6c191ce1c2" providerId="ADAL" clId="{BBCD5AC2-C58D-5A01-8969-76A13F0491F2}" dt="2026-04-16T13:07:14.311" v="806" actId="1076"/>
          <ac:picMkLst>
            <pc:docMk/>
            <pc:sldMk cId="1917440664" sldId="266"/>
            <ac:picMk id="11" creationId="{E67596CC-95C3-5F0E-E0B7-5E81D98980DC}"/>
          </ac:picMkLst>
        </pc:picChg>
        <pc:picChg chg="add">
          <ac:chgData name="Jing Guan" userId="2fc4713c-3e36-4ff4-9921-0f6c191ce1c2" providerId="ADAL" clId="{BBCD5AC2-C58D-5A01-8969-76A13F0491F2}" dt="2026-04-16T12:07:02.375" v="723"/>
          <ac:picMkLst>
            <pc:docMk/>
            <pc:sldMk cId="1917440664" sldId="266"/>
            <ac:picMk id="15" creationId="{ED2FFA90-4D5E-D05F-BA11-FDF5F08AB31E}"/>
          </ac:picMkLst>
        </pc:picChg>
        <pc:picChg chg="add mod">
          <ac:chgData name="Jing Guan" userId="2fc4713c-3e36-4ff4-9921-0f6c191ce1c2" providerId="ADAL" clId="{BBCD5AC2-C58D-5A01-8969-76A13F0491F2}" dt="2026-04-16T12:49:06.271" v="767" actId="1076"/>
          <ac:picMkLst>
            <pc:docMk/>
            <pc:sldMk cId="1917440664" sldId="266"/>
            <ac:picMk id="16" creationId="{45C0091B-C359-5D77-53A2-F3EF8FA69B51}"/>
          </ac:picMkLst>
        </pc:picChg>
        <pc:picChg chg="add mod">
          <ac:chgData name="Jing Guan" userId="2fc4713c-3e36-4ff4-9921-0f6c191ce1c2" providerId="ADAL" clId="{BBCD5AC2-C58D-5A01-8969-76A13F0491F2}" dt="2026-04-16T13:07:52.989" v="820" actId="1076"/>
          <ac:picMkLst>
            <pc:docMk/>
            <pc:sldMk cId="1917440664" sldId="266"/>
            <ac:picMk id="18" creationId="{47B390A8-66AD-7B6F-6F61-707533E63A27}"/>
          </ac:picMkLst>
        </pc:picChg>
        <pc:picChg chg="add mod">
          <ac:chgData name="Jing Guan" userId="2fc4713c-3e36-4ff4-9921-0f6c191ce1c2" providerId="ADAL" clId="{BBCD5AC2-C58D-5A01-8969-76A13F0491F2}" dt="2026-04-16T13:08:02.077" v="824" actId="1076"/>
          <ac:picMkLst>
            <pc:docMk/>
            <pc:sldMk cId="1917440664" sldId="266"/>
            <ac:picMk id="19" creationId="{FC57807A-2DCB-23D4-91E3-67C7015054D1}"/>
          </ac:picMkLst>
        </pc:picChg>
        <pc:picChg chg="add del mod">
          <ac:chgData name="Jing Guan" userId="2fc4713c-3e36-4ff4-9921-0f6c191ce1c2" providerId="ADAL" clId="{BBCD5AC2-C58D-5A01-8969-76A13F0491F2}" dt="2026-04-16T13:07:47.899" v="818" actId="478"/>
          <ac:picMkLst>
            <pc:docMk/>
            <pc:sldMk cId="1917440664" sldId="266"/>
            <ac:picMk id="20" creationId="{2AFB4A29-DFA9-C0C4-C543-C98D94BC3849}"/>
          </ac:picMkLst>
        </pc:picChg>
        <pc:picChg chg="add mod">
          <ac:chgData name="Jing Guan" userId="2fc4713c-3e36-4ff4-9921-0f6c191ce1c2" providerId="ADAL" clId="{BBCD5AC2-C58D-5A01-8969-76A13F0491F2}" dt="2026-04-16T13:08:02.077" v="824" actId="1076"/>
          <ac:picMkLst>
            <pc:docMk/>
            <pc:sldMk cId="1917440664" sldId="266"/>
            <ac:picMk id="21" creationId="{D59EC431-9570-C00D-CF98-34D4471DA74D}"/>
          </ac:picMkLst>
        </pc:picChg>
        <pc:picChg chg="del">
          <ac:chgData name="Jing Guan" userId="2fc4713c-3e36-4ff4-9921-0f6c191ce1c2" providerId="ADAL" clId="{BBCD5AC2-C58D-5A01-8969-76A13F0491F2}" dt="2026-04-16T02:38:32.252" v="220" actId="478"/>
          <ac:picMkLst>
            <pc:docMk/>
            <pc:sldMk cId="1917440664" sldId="266"/>
            <ac:picMk id="29" creationId="{6CE430D9-A973-165C-8943-B49D25F37B31}"/>
          </ac:picMkLst>
        </pc:picChg>
        <pc:picChg chg="del">
          <ac:chgData name="Jing Guan" userId="2fc4713c-3e36-4ff4-9921-0f6c191ce1c2" providerId="ADAL" clId="{BBCD5AC2-C58D-5A01-8969-76A13F0491F2}" dt="2026-04-16T02:38:32.252" v="220" actId="478"/>
          <ac:picMkLst>
            <pc:docMk/>
            <pc:sldMk cId="1917440664" sldId="266"/>
            <ac:picMk id="33" creationId="{332C77DE-E519-1E50-E620-36CB8C3063F4}"/>
          </ac:picMkLst>
        </pc:picChg>
      </pc:sldChg>
    </pc:docChg>
  </pc:docChgLst>
  <pc:docChgLst>
    <pc:chgData name="Jing Guan" userId="S::jingua@microsoft.com::2fc4713c-3e36-4ff4-9921-0f6c191ce1c2" providerId="AD" clId="Web-{6040998A-BAC7-73BC-396C-C59DF61EF502}"/>
    <pc:docChg chg="delSld modSld">
      <pc:chgData name="Jing Guan" userId="S::jingua@microsoft.com::2fc4713c-3e36-4ff4-9921-0f6c191ce1c2" providerId="AD" clId="Web-{6040998A-BAC7-73BC-396C-C59DF61EF502}" dt="2026-04-16T14:51:30.389" v="8"/>
      <pc:docMkLst>
        <pc:docMk/>
      </pc:docMkLst>
      <pc:sldChg chg="del">
        <pc:chgData name="Jing Guan" userId="S::jingua@microsoft.com::2fc4713c-3e36-4ff4-9921-0f6c191ce1c2" providerId="AD" clId="Web-{6040998A-BAC7-73BC-396C-C59DF61EF502}" dt="2026-04-16T14:51:01.920" v="3"/>
        <pc:sldMkLst>
          <pc:docMk/>
          <pc:sldMk cId="0" sldId="258"/>
        </pc:sldMkLst>
      </pc:sldChg>
      <pc:sldChg chg="del">
        <pc:chgData name="Jing Guan" userId="S::jingua@microsoft.com::2fc4713c-3e36-4ff4-9921-0f6c191ce1c2" providerId="AD" clId="Web-{6040998A-BAC7-73BC-396C-C59DF61EF502}" dt="2026-04-16T14:51:01.920" v="2"/>
        <pc:sldMkLst>
          <pc:docMk/>
          <pc:sldMk cId="0" sldId="259"/>
        </pc:sldMkLst>
      </pc:sldChg>
      <pc:sldChg chg="del">
        <pc:chgData name="Jing Guan" userId="S::jingua@microsoft.com::2fc4713c-3e36-4ff4-9921-0f6c191ce1c2" providerId="AD" clId="Web-{6040998A-BAC7-73BC-396C-C59DF61EF502}" dt="2026-04-16T14:51:01.920" v="0"/>
        <pc:sldMkLst>
          <pc:docMk/>
          <pc:sldMk cId="0" sldId="260"/>
        </pc:sldMkLst>
      </pc:sldChg>
      <pc:sldChg chg="del">
        <pc:chgData name="Jing Guan" userId="S::jingua@microsoft.com::2fc4713c-3e36-4ff4-9921-0f6c191ce1c2" providerId="AD" clId="Web-{6040998A-BAC7-73BC-396C-C59DF61EF502}" dt="2026-04-16T14:51:01.920" v="1"/>
        <pc:sldMkLst>
          <pc:docMk/>
          <pc:sldMk cId="0" sldId="261"/>
        </pc:sldMkLst>
      </pc:sldChg>
      <pc:sldChg chg="del">
        <pc:chgData name="Jing Guan" userId="S::jingua@microsoft.com::2fc4713c-3e36-4ff4-9921-0f6c191ce1c2" providerId="AD" clId="Web-{6040998A-BAC7-73BC-396C-C59DF61EF502}" dt="2026-04-16T14:51:01.920" v="5"/>
        <pc:sldMkLst>
          <pc:docMk/>
          <pc:sldMk cId="2983090310" sldId="263"/>
        </pc:sldMkLst>
      </pc:sldChg>
      <pc:sldChg chg="delSp">
        <pc:chgData name="Jing Guan" userId="S::jingua@microsoft.com::2fc4713c-3e36-4ff4-9921-0f6c191ce1c2" providerId="AD" clId="Web-{6040998A-BAC7-73BC-396C-C59DF61EF502}" dt="2026-04-16T14:51:30.389" v="8"/>
        <pc:sldMkLst>
          <pc:docMk/>
          <pc:sldMk cId="3429477035" sldId="264"/>
        </pc:sldMkLst>
        <pc:spChg chg="del">
          <ac:chgData name="Jing Guan" userId="S::jingua@microsoft.com::2fc4713c-3e36-4ff4-9921-0f6c191ce1c2" providerId="AD" clId="Web-{6040998A-BAC7-73BC-396C-C59DF61EF502}" dt="2026-04-16T14:51:30.389" v="8"/>
          <ac:spMkLst>
            <pc:docMk/>
            <pc:sldMk cId="3429477035" sldId="264"/>
            <ac:spMk id="13" creationId="{A1EF011F-B2C4-D795-4E90-254A8B9F083C}"/>
          </ac:spMkLst>
        </pc:spChg>
        <pc:spChg chg="del">
          <ac:chgData name="Jing Guan" userId="S::jingua@microsoft.com::2fc4713c-3e36-4ff4-9921-0f6c191ce1c2" providerId="AD" clId="Web-{6040998A-BAC7-73BC-396C-C59DF61EF502}" dt="2026-04-16T14:51:30.389" v="7"/>
          <ac:spMkLst>
            <pc:docMk/>
            <pc:sldMk cId="3429477035" sldId="264"/>
            <ac:spMk id="14" creationId="{818EEEF4-B89F-4CD4-0507-965E5DFDEFE1}"/>
          </ac:spMkLst>
        </pc:spChg>
        <pc:spChg chg="del">
          <ac:chgData name="Jing Guan" userId="S::jingua@microsoft.com::2fc4713c-3e36-4ff4-9921-0f6c191ce1c2" providerId="AD" clId="Web-{6040998A-BAC7-73BC-396C-C59DF61EF502}" dt="2026-04-16T14:51:30.389" v="6"/>
          <ac:spMkLst>
            <pc:docMk/>
            <pc:sldMk cId="3429477035" sldId="264"/>
            <ac:spMk id="15" creationId="{2A112ACB-BA83-2F6F-C683-473A3B372682}"/>
          </ac:spMkLst>
        </pc:spChg>
      </pc:sldChg>
      <pc:sldChg chg="del">
        <pc:chgData name="Jing Guan" userId="S::jingua@microsoft.com::2fc4713c-3e36-4ff4-9921-0f6c191ce1c2" providerId="AD" clId="Web-{6040998A-BAC7-73BC-396C-C59DF61EF502}" dt="2026-04-16T14:51:01.920" v="4"/>
        <pc:sldMkLst>
          <pc:docMk/>
          <pc:sldMk cId="1267862460" sldId="265"/>
        </pc:sldMkLst>
      </pc:sldChg>
    </pc:docChg>
  </pc:docChgLst>
  <pc:docChgLst>
    <pc:chgData name="Lan Mi" userId="S::lami1@microsoft.com::19a9f51c-7a7a-4985-b21b-ad28c3ca4c56" providerId="AD" clId="Web-{594CDE81-8536-ACD8-983A-428DC4FD1621}"/>
    <pc:docChg chg="addSld modSld sldOrd">
      <pc:chgData name="Lan Mi" userId="S::lami1@microsoft.com::19a9f51c-7a7a-4985-b21b-ad28c3ca4c56" providerId="AD" clId="Web-{594CDE81-8536-ACD8-983A-428DC4FD1621}" dt="2026-04-15T13:46:35.565" v="452" actId="20577"/>
      <pc:docMkLst>
        <pc:docMk/>
      </pc:docMkLst>
      <pc:sldChg chg="delSp modSp">
        <pc:chgData name="Lan Mi" userId="S::lami1@microsoft.com::19a9f51c-7a7a-4985-b21b-ad28c3ca4c56" providerId="AD" clId="Web-{594CDE81-8536-ACD8-983A-428DC4FD1621}" dt="2026-04-15T13:23:01.995" v="46" actId="1076"/>
        <pc:sldMkLst>
          <pc:docMk/>
          <pc:sldMk cId="0" sldId="256"/>
        </pc:sldMkLst>
        <pc:spChg chg="mod">
          <ac:chgData name="Lan Mi" userId="S::lami1@microsoft.com::19a9f51c-7a7a-4985-b21b-ad28c3ca4c56" providerId="AD" clId="Web-{594CDE81-8536-ACD8-983A-428DC4FD1621}" dt="2026-04-15T13:22:47.041" v="39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8"/>
          <ac:spMkLst>
            <pc:docMk/>
            <pc:sldMk cId="0" sldId="256"/>
            <ac:spMk id="4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7"/>
          <ac:spMkLst>
            <pc:docMk/>
            <pc:sldMk cId="0" sldId="256"/>
            <ac:spMk id="5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6"/>
          <ac:spMkLst>
            <pc:docMk/>
            <pc:sldMk cId="0" sldId="256"/>
            <ac:spMk id="6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5"/>
          <ac:spMkLst>
            <pc:docMk/>
            <pc:sldMk cId="0" sldId="256"/>
            <ac:spMk id="7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4"/>
          <ac:spMkLst>
            <pc:docMk/>
            <pc:sldMk cId="0" sldId="256"/>
            <ac:spMk id="8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3"/>
          <ac:spMkLst>
            <pc:docMk/>
            <pc:sldMk cId="0" sldId="256"/>
            <ac:spMk id="9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2"/>
          <ac:spMkLst>
            <pc:docMk/>
            <pc:sldMk cId="0" sldId="256"/>
            <ac:spMk id="10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1"/>
          <ac:spMkLst>
            <pc:docMk/>
            <pc:sldMk cId="0" sldId="256"/>
            <ac:spMk id="11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30"/>
          <ac:spMkLst>
            <pc:docMk/>
            <pc:sldMk cId="0" sldId="256"/>
            <ac:spMk id="12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29"/>
          <ac:spMkLst>
            <pc:docMk/>
            <pc:sldMk cId="0" sldId="256"/>
            <ac:spMk id="13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2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27"/>
          <ac:spMkLst>
            <pc:docMk/>
            <pc:sldMk cId="0" sldId="256"/>
            <ac:spMk id="15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2:41.540" v="26"/>
          <ac:spMkLst>
            <pc:docMk/>
            <pc:sldMk cId="0" sldId="256"/>
            <ac:spMk id="16" creationId="{00000000-0000-0000-0000-000000000000}"/>
          </ac:spMkLst>
        </pc:spChg>
        <pc:picChg chg="mod">
          <ac:chgData name="Lan Mi" userId="S::lami1@microsoft.com::19a9f51c-7a7a-4985-b21b-ad28c3ca4c56" providerId="AD" clId="Web-{594CDE81-8536-ACD8-983A-428DC4FD1621}" dt="2026-04-15T13:22:59.167" v="44" actId="1076"/>
          <ac:picMkLst>
            <pc:docMk/>
            <pc:sldMk cId="0" sldId="256"/>
            <ac:picMk id="21" creationId="{B392E2CA-9389-A422-2D96-D48F5E414E2E}"/>
          </ac:picMkLst>
        </pc:picChg>
        <pc:picChg chg="mod">
          <ac:chgData name="Lan Mi" userId="S::lami1@microsoft.com::19a9f51c-7a7a-4985-b21b-ad28c3ca4c56" providerId="AD" clId="Web-{594CDE81-8536-ACD8-983A-428DC4FD1621}" dt="2026-04-15T13:23:01.995" v="46" actId="1076"/>
          <ac:picMkLst>
            <pc:docMk/>
            <pc:sldMk cId="0" sldId="256"/>
            <ac:picMk id="22" creationId="{D9444C59-C159-9AE7-7F2C-99A5A2D54005}"/>
          </ac:picMkLst>
        </pc:picChg>
      </pc:sldChg>
      <pc:sldChg chg="delSp modSp">
        <pc:chgData name="Lan Mi" userId="S::lami1@microsoft.com::19a9f51c-7a7a-4985-b21b-ad28c3ca4c56" providerId="AD" clId="Web-{594CDE81-8536-ACD8-983A-428DC4FD1621}" dt="2026-04-15T13:29:36.884" v="89" actId="1076"/>
        <pc:sldMkLst>
          <pc:docMk/>
          <pc:sldMk cId="0" sldId="257"/>
        </pc:sldMkLst>
        <pc:spChg chg="del">
          <ac:chgData name="Lan Mi" userId="S::lami1@microsoft.com::19a9f51c-7a7a-4985-b21b-ad28c3ca4c56" providerId="AD" clId="Web-{594CDE81-8536-ACD8-983A-428DC4FD1621}" dt="2026-04-15T13:21:15.471" v="1"/>
          <ac:spMkLst>
            <pc:docMk/>
            <pc:sldMk cId="0" sldId="257"/>
            <ac:spMk id="16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0.612" v="5"/>
          <ac:spMkLst>
            <pc:docMk/>
            <pc:sldMk cId="0" sldId="257"/>
            <ac:spMk id="17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0.612" v="4"/>
          <ac:spMkLst>
            <pc:docMk/>
            <pc:sldMk cId="0" sldId="257"/>
            <ac:spMk id="18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0.612" v="3"/>
          <ac:spMkLst>
            <pc:docMk/>
            <pc:sldMk cId="0" sldId="257"/>
            <ac:spMk id="19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0.612" v="2"/>
          <ac:spMkLst>
            <pc:docMk/>
            <pc:sldMk cId="0" sldId="257"/>
            <ac:spMk id="20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755" v="11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770" v="12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786" v="13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817" v="14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833" v="15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848" v="16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880" v="17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895" v="18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911" v="19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926" v="20" actId="107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942" v="21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973" v="22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0.989" v="23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1.005" v="24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1:41.036" v="25" actId="1076"/>
          <ac:spMkLst>
            <pc:docMk/>
            <pc:sldMk cId="0" sldId="257"/>
            <ac:spMk id="35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74"/>
          <ac:spMkLst>
            <pc:docMk/>
            <pc:sldMk cId="0" sldId="257"/>
            <ac:spMk id="38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73"/>
          <ac:spMkLst>
            <pc:docMk/>
            <pc:sldMk cId="0" sldId="257"/>
            <ac:spMk id="39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72"/>
          <ac:spMkLst>
            <pc:docMk/>
            <pc:sldMk cId="0" sldId="257"/>
            <ac:spMk id="40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71"/>
          <ac:spMkLst>
            <pc:docMk/>
            <pc:sldMk cId="0" sldId="257"/>
            <ac:spMk id="41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70"/>
          <ac:spMkLst>
            <pc:docMk/>
            <pc:sldMk cId="0" sldId="257"/>
            <ac:spMk id="42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69"/>
          <ac:spMkLst>
            <pc:docMk/>
            <pc:sldMk cId="0" sldId="257"/>
            <ac:spMk id="43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68"/>
          <ac:spMkLst>
            <pc:docMk/>
            <pc:sldMk cId="0" sldId="257"/>
            <ac:spMk id="44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67"/>
          <ac:spMkLst>
            <pc:docMk/>
            <pc:sldMk cId="0" sldId="257"/>
            <ac:spMk id="45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66"/>
          <ac:spMkLst>
            <pc:docMk/>
            <pc:sldMk cId="0" sldId="257"/>
            <ac:spMk id="46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9:25.525" v="6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650" v="75" actId="1076"/>
          <ac:spMkLst>
            <pc:docMk/>
            <pc:sldMk cId="0" sldId="257"/>
            <ac:spMk id="48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666" v="76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681" v="77" actId="107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697" v="78" actId="1076"/>
          <ac:spMkLst>
            <pc:docMk/>
            <pc:sldMk cId="0" sldId="257"/>
            <ac:spMk id="51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712" v="79" actId="1076"/>
          <ac:spMkLst>
            <pc:docMk/>
            <pc:sldMk cId="0" sldId="257"/>
            <ac:spMk id="52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728" v="80" actId="107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759" v="81" actId="1076"/>
          <ac:spMkLst>
            <pc:docMk/>
            <pc:sldMk cId="0" sldId="257"/>
            <ac:spMk id="54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775" v="82" actId="1076"/>
          <ac:spMkLst>
            <pc:docMk/>
            <pc:sldMk cId="0" sldId="257"/>
            <ac:spMk id="55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791" v="83" actId="1076"/>
          <ac:spMkLst>
            <pc:docMk/>
            <pc:sldMk cId="0" sldId="257"/>
            <ac:spMk id="56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806" v="84" actId="1076"/>
          <ac:spMkLst>
            <pc:docMk/>
            <pc:sldMk cId="0" sldId="257"/>
            <ac:spMk id="57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822" v="85" actId="1076"/>
          <ac:spMkLst>
            <pc:docMk/>
            <pc:sldMk cId="0" sldId="257"/>
            <ac:spMk id="58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837" v="86" actId="1076"/>
          <ac:spMkLst>
            <pc:docMk/>
            <pc:sldMk cId="0" sldId="257"/>
            <ac:spMk id="59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853" v="87" actId="1076"/>
          <ac:spMkLst>
            <pc:docMk/>
            <pc:sldMk cId="0" sldId="257"/>
            <ac:spMk id="60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869" v="88" actId="107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Lan Mi" userId="S::lami1@microsoft.com::19a9f51c-7a7a-4985-b21b-ad28c3ca4c56" providerId="AD" clId="Web-{594CDE81-8536-ACD8-983A-428DC4FD1621}" dt="2026-04-15T13:29:36.884" v="89" actId="1076"/>
          <ac:spMkLst>
            <pc:docMk/>
            <pc:sldMk cId="0" sldId="257"/>
            <ac:spMk id="62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8.957" v="10"/>
          <ac:spMkLst>
            <pc:docMk/>
            <pc:sldMk cId="0" sldId="257"/>
            <ac:spMk id="63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8.957" v="9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8.957" v="8"/>
          <ac:spMkLst>
            <pc:docMk/>
            <pc:sldMk cId="0" sldId="257"/>
            <ac:spMk id="65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8.957" v="7"/>
          <ac:spMkLst>
            <pc:docMk/>
            <pc:sldMk cId="0" sldId="257"/>
            <ac:spMk id="66" creationId="{00000000-0000-0000-0000-000000000000}"/>
          </ac:spMkLst>
        </pc:spChg>
        <pc:spChg chg="del">
          <ac:chgData name="Lan Mi" userId="S::lami1@microsoft.com::19a9f51c-7a7a-4985-b21b-ad28c3ca4c56" providerId="AD" clId="Web-{594CDE81-8536-ACD8-983A-428DC4FD1621}" dt="2026-04-15T13:21:28.957" v="6"/>
          <ac:spMkLst>
            <pc:docMk/>
            <pc:sldMk cId="0" sldId="257"/>
            <ac:spMk id="67" creationId="{00000000-0000-0000-0000-000000000000}"/>
          </ac:spMkLst>
        </pc:spChg>
      </pc:sldChg>
      <pc:sldChg chg="addSp modSp ord">
        <pc:chgData name="Lan Mi" userId="S::lami1@microsoft.com::19a9f51c-7a7a-4985-b21b-ad28c3ca4c56" providerId="AD" clId="Web-{594CDE81-8536-ACD8-983A-428DC4FD1621}" dt="2026-04-15T13:46:35.565" v="452" actId="20577"/>
        <pc:sldMkLst>
          <pc:docMk/>
          <pc:sldMk cId="566629256" sldId="262"/>
        </pc:sldMkLst>
        <pc:spChg chg="add mod">
          <ac:chgData name="Lan Mi" userId="S::lami1@microsoft.com::19a9f51c-7a7a-4985-b21b-ad28c3ca4c56" providerId="AD" clId="Web-{594CDE81-8536-ACD8-983A-428DC4FD1621}" dt="2026-04-15T13:36:22.359" v="373" actId="20577"/>
          <ac:spMkLst>
            <pc:docMk/>
            <pc:sldMk cId="566629256" sldId="262"/>
            <ac:spMk id="3" creationId="{D9568285-55BE-5280-2F55-87828F4B5315}"/>
          </ac:spMkLst>
        </pc:spChg>
        <pc:spChg chg="add mod">
          <ac:chgData name="Lan Mi" userId="S::lami1@microsoft.com::19a9f51c-7a7a-4985-b21b-ad28c3ca4c56" providerId="AD" clId="Web-{594CDE81-8536-ACD8-983A-428DC4FD1621}" dt="2026-04-15T13:46:35.565" v="452" actId="20577"/>
          <ac:spMkLst>
            <pc:docMk/>
            <pc:sldMk cId="566629256" sldId="262"/>
            <ac:spMk id="4" creationId="{63DFEB18-9030-9FF6-A6BA-66AC8662B5AE}"/>
          </ac:spMkLst>
        </pc:spChg>
      </pc:sldChg>
      <pc:sldChg chg="addSp delSp modSp new ord">
        <pc:chgData name="Lan Mi" userId="S::lami1@microsoft.com::19a9f51c-7a7a-4985-b21b-ad28c3ca4c56" providerId="AD" clId="Web-{594CDE81-8536-ACD8-983A-428DC4FD1621}" dt="2026-04-15T13:36:05.218" v="368"/>
        <pc:sldMkLst>
          <pc:docMk/>
          <pc:sldMk cId="3429477035" sldId="264"/>
        </pc:sldMkLst>
        <pc:spChg chg="add mod">
          <ac:chgData name="Lan Mi" userId="S::lami1@microsoft.com::19a9f51c-7a7a-4985-b21b-ad28c3ca4c56" providerId="AD" clId="Web-{594CDE81-8536-ACD8-983A-428DC4FD1621}" dt="2026-04-15T13:30:09.744" v="100" actId="20577"/>
          <ac:spMkLst>
            <pc:docMk/>
            <pc:sldMk cId="3429477035" sldId="264"/>
            <ac:spMk id="3" creationId="{8FA4A621-049A-555A-CEE7-5BAC20A0F7D8}"/>
          </ac:spMkLst>
        </pc:spChg>
        <pc:spChg chg="add mod">
          <ac:chgData name="Lan Mi" userId="S::lami1@microsoft.com::19a9f51c-7a7a-4985-b21b-ad28c3ca4c56" providerId="AD" clId="Web-{594CDE81-8536-ACD8-983A-428DC4FD1621}" dt="2026-04-15T13:36:05.202" v="366"/>
          <ac:spMkLst>
            <pc:docMk/>
            <pc:sldMk cId="3429477035" sldId="264"/>
            <ac:spMk id="6" creationId="{9C99D34A-DCC7-FA03-8062-24E0ECD3860A}"/>
          </ac:spMkLst>
        </pc:spChg>
        <pc:spChg chg="add mod">
          <ac:chgData name="Lan Mi" userId="S::lami1@microsoft.com::19a9f51c-7a7a-4985-b21b-ad28c3ca4c56" providerId="AD" clId="Web-{594CDE81-8536-ACD8-983A-428DC4FD1621}" dt="2026-04-15T13:36:05.202" v="367"/>
          <ac:spMkLst>
            <pc:docMk/>
            <pc:sldMk cId="3429477035" sldId="264"/>
            <ac:spMk id="7" creationId="{F3C73FC6-3F52-D0B2-5CB2-02415E912B1E}"/>
          </ac:spMkLst>
        </pc:spChg>
        <pc:spChg chg="add mod">
          <ac:chgData name="Lan Mi" userId="S::lami1@microsoft.com::19a9f51c-7a7a-4985-b21b-ad28c3ca4c56" providerId="AD" clId="Web-{594CDE81-8536-ACD8-983A-428DC4FD1621}" dt="2026-04-15T13:36:05.218" v="368"/>
          <ac:spMkLst>
            <pc:docMk/>
            <pc:sldMk cId="3429477035" sldId="264"/>
            <ac:spMk id="8" creationId="{532D32E8-980C-D164-B09B-3AB300D03621}"/>
          </ac:spMkLst>
        </pc:spChg>
        <pc:spChg chg="add del">
          <ac:chgData name="Lan Mi" userId="S::lami1@microsoft.com::19a9f51c-7a7a-4985-b21b-ad28c3ca4c56" providerId="AD" clId="Web-{594CDE81-8536-ACD8-983A-428DC4FD1621}" dt="2026-04-15T13:33:18.888" v="318"/>
          <ac:spMkLst>
            <pc:docMk/>
            <pc:sldMk cId="3429477035" sldId="264"/>
            <ac:spMk id="9" creationId="{3C14F4F2-6091-BFAF-AE37-1055E86AF253}"/>
          </ac:spMkLst>
        </pc:spChg>
        <pc:spChg chg="add mod">
          <ac:chgData name="Lan Mi" userId="S::lami1@microsoft.com::19a9f51c-7a7a-4985-b21b-ad28c3ca4c56" providerId="AD" clId="Web-{594CDE81-8536-ACD8-983A-428DC4FD1621}" dt="2026-04-15T13:35:57.093" v="360"/>
          <ac:spMkLst>
            <pc:docMk/>
            <pc:sldMk cId="3429477035" sldId="264"/>
            <ac:spMk id="10" creationId="{7B0D3169-D00A-177A-76BA-0BBE16DDA5A6}"/>
          </ac:spMkLst>
        </pc:spChg>
        <pc:spChg chg="add mod">
          <ac:chgData name="Lan Mi" userId="S::lami1@microsoft.com::19a9f51c-7a7a-4985-b21b-ad28c3ca4c56" providerId="AD" clId="Web-{594CDE81-8536-ACD8-983A-428DC4FD1621}" dt="2026-04-15T13:35:57.093" v="361"/>
          <ac:spMkLst>
            <pc:docMk/>
            <pc:sldMk cId="3429477035" sldId="264"/>
            <ac:spMk id="11" creationId="{DFE18CA3-805A-1170-4D9C-6F2662F70CCB}"/>
          </ac:spMkLst>
        </pc:spChg>
        <pc:spChg chg="add mod">
          <ac:chgData name="Lan Mi" userId="S::lami1@microsoft.com::19a9f51c-7a7a-4985-b21b-ad28c3ca4c56" providerId="AD" clId="Web-{594CDE81-8536-ACD8-983A-428DC4FD1621}" dt="2026-04-15T13:35:57.093" v="362"/>
          <ac:spMkLst>
            <pc:docMk/>
            <pc:sldMk cId="3429477035" sldId="264"/>
            <ac:spMk id="12" creationId="{09F97844-42D4-D1E0-7805-3DB264C6FC88}"/>
          </ac:spMkLst>
        </pc:spChg>
        <pc:spChg chg="add mod">
          <ac:chgData name="Lan Mi" userId="S::lami1@microsoft.com::19a9f51c-7a7a-4985-b21b-ad28c3ca4c56" providerId="AD" clId="Web-{594CDE81-8536-ACD8-983A-428DC4FD1621}" dt="2026-04-15T13:35:57.108" v="363"/>
          <ac:spMkLst>
            <pc:docMk/>
            <pc:sldMk cId="3429477035" sldId="264"/>
            <ac:spMk id="13" creationId="{A1EF011F-B2C4-D795-4E90-254A8B9F083C}"/>
          </ac:spMkLst>
        </pc:spChg>
        <pc:spChg chg="add mod">
          <ac:chgData name="Lan Mi" userId="S::lami1@microsoft.com::19a9f51c-7a7a-4985-b21b-ad28c3ca4c56" providerId="AD" clId="Web-{594CDE81-8536-ACD8-983A-428DC4FD1621}" dt="2026-04-15T13:35:57.108" v="364"/>
          <ac:spMkLst>
            <pc:docMk/>
            <pc:sldMk cId="3429477035" sldId="264"/>
            <ac:spMk id="14" creationId="{818EEEF4-B89F-4CD4-0507-965E5DFDEFE1}"/>
          </ac:spMkLst>
        </pc:spChg>
        <pc:spChg chg="add mod">
          <ac:chgData name="Lan Mi" userId="S::lami1@microsoft.com::19a9f51c-7a7a-4985-b21b-ad28c3ca4c56" providerId="AD" clId="Web-{594CDE81-8536-ACD8-983A-428DC4FD1621}" dt="2026-04-15T13:35:57.171" v="365"/>
          <ac:spMkLst>
            <pc:docMk/>
            <pc:sldMk cId="3429477035" sldId="264"/>
            <ac:spMk id="15" creationId="{2A112ACB-BA83-2F6F-C683-473A3B372682}"/>
          </ac:spMkLst>
        </pc:spChg>
        <pc:picChg chg="add del mod">
          <ac:chgData name="Lan Mi" userId="S::lami1@microsoft.com::19a9f51c-7a7a-4985-b21b-ad28c3ca4c56" providerId="AD" clId="Web-{594CDE81-8536-ACD8-983A-428DC4FD1621}" dt="2026-04-15T13:29:53.728" v="91"/>
          <ac:picMkLst>
            <pc:docMk/>
            <pc:sldMk cId="3429477035" sldId="264"/>
            <ac:picMk id="4" creationId="{31A89263-866A-0321-1EB8-5497A303228F}"/>
          </ac:picMkLst>
        </pc:picChg>
        <pc:picChg chg="add mod">
          <ac:chgData name="Lan Mi" userId="S::lami1@microsoft.com::19a9f51c-7a7a-4985-b21b-ad28c3ca4c56" providerId="AD" clId="Web-{594CDE81-8536-ACD8-983A-428DC4FD1621}" dt="2026-04-15T13:34:46.389" v="344" actId="1076"/>
          <ac:picMkLst>
            <pc:docMk/>
            <pc:sldMk cId="3429477035" sldId="264"/>
            <ac:picMk id="5" creationId="{EE48B0ED-5F99-CA3B-5AF0-736AE3A2B804}"/>
          </ac:picMkLst>
        </pc:picChg>
      </pc:sldChg>
      <pc:sldChg chg="addSp delSp modSp new">
        <pc:chgData name="Lan Mi" userId="S::lami1@microsoft.com::19a9f51c-7a7a-4985-b21b-ad28c3ca4c56" providerId="AD" clId="Web-{594CDE81-8536-ACD8-983A-428DC4FD1621}" dt="2026-04-15T13:24:38.172" v="60"/>
        <pc:sldMkLst>
          <pc:docMk/>
          <pc:sldMk cId="1267862460" sldId="265"/>
        </pc:sldMkLst>
        <pc:spChg chg="add del mod">
          <ac:chgData name="Lan Mi" userId="S::lami1@microsoft.com::19a9f51c-7a7a-4985-b21b-ad28c3ca4c56" providerId="AD" clId="Web-{594CDE81-8536-ACD8-983A-428DC4FD1621}" dt="2026-04-15T13:24:38.172" v="60"/>
          <ac:spMkLst>
            <pc:docMk/>
            <pc:sldMk cId="1267862460" sldId="265"/>
            <ac:spMk id="3" creationId="{9278A924-DF91-D449-7074-623D495560F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07C31-624F-5240-BD9C-F57EE3B21837}" type="datetimeFigureOut">
              <a:rPr lang="en-CN" smtClean="0"/>
              <a:t>04/16/2026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8F5CC-7CAC-264E-A97B-19562D61461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5465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8F5CC-7CAC-264E-A97B-19562D614610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681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8F5CC-7CAC-264E-A97B-19562D614610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5043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171" y="1239981"/>
            <a:ext cx="45014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Bebop 5% WW</a:t>
            </a:r>
            <a:br>
              <a:rPr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Scorecard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defRPr sz="4800" b="1">
                <a:solidFill>
                  <a:srgbClr val="000000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171" y="3660526"/>
            <a:ext cx="38423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rPr sz="2000" dirty="0">
                <a:latin typeface="Segoe UI" panose="020B0502040204020203" pitchFamily="34" charset="0"/>
                <a:cs typeface="Segoe UI" panose="020B0502040204020203" pitchFamily="34" charset="0"/>
              </a:rPr>
              <a:t>Recommendation: Hold at 5%. Do not expand.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094" y="5896406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PR179825216(T) vs PR1798252C15(C)  |  Mar 31 – Apr 12, 2026  |  ~89K vs ~87K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92E2CA-9389-A422-2D96-D48F5E414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171" y="1080415"/>
            <a:ext cx="2142726" cy="4644104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9444C59-C159-9AE7-7F2C-99A5A2D54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563" y="1080416"/>
            <a:ext cx="2142726" cy="4644103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Two stories in one flight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743" y="1090239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Bebop succeeds at getting users in — but fails at keeping them satisfied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7A4D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Activation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61488"/>
            <a:ext cx="5029200" cy="4754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Active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52928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32.38%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52928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30.71%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52928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7A4D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+5.44%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36544"/>
            <a:ext cx="5029200" cy="4754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3427983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Query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427983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39.65%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427983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37.89%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27983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7A4D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+4.65%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149856"/>
            <a:ext cx="5029200" cy="4754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224129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ZQ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241296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6.27%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24129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2.33%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241296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7A4D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+169%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470400"/>
            <a:ext cx="5029200" cy="4754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456184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New convo starts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56184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1.25%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56184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1.09%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56184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7A4D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+15.0%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Quality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2203219"/>
            <a:ext cx="5120640" cy="475488"/>
          </a:xfrm>
          <a:prstGeom prst="roundRect">
            <a:avLst>
              <a:gd name="adj" fmla="val 1500"/>
            </a:avLst>
          </a:prstGeom>
          <a:solidFill>
            <a:srgbClr val="F5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92240" y="2294660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Stop Generating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22946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1.79%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2946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1.30%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2294660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+38.2%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2770148"/>
            <a:ext cx="5120640" cy="4754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92240" y="2861587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Message DAU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2861587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18.18%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2861587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18.65%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2861587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-2.52%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3337076"/>
            <a:ext cx="5120640" cy="4754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92240" y="3428516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Sessions / UU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428516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3.563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342851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3.691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428516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-3.45%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4198774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Thumbs up/down is flat — users don't rate bad responses, they just leave.</a:t>
            </a:r>
            <a:br>
              <a:rPr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Behavioral signals are the true read.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BF07AA-F5EC-4A6A-5AF3-075566C79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7046307"/>
            <a:ext cx="7772400" cy="4784542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19CBFA0-B057-2F07-86DA-BCCEE9FECBAF}"/>
              </a:ext>
            </a:extLst>
          </p:cNvPr>
          <p:cNvSpPr/>
          <p:nvPr/>
        </p:nvSpPr>
        <p:spPr>
          <a:xfrm>
            <a:off x="739758" y="3912753"/>
            <a:ext cx="5029200" cy="4754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D69BD2-021A-AB17-AA4E-1CDCC475BFA5}"/>
              </a:ext>
            </a:extLst>
          </p:cNvPr>
          <p:cNvSpPr txBox="1"/>
          <p:nvPr/>
        </p:nvSpPr>
        <p:spPr>
          <a:xfrm>
            <a:off x="922638" y="4004193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Prompt</a:t>
            </a:r>
            <a:r>
              <a:rPr lang="zh-CN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rate</a:t>
            </a:r>
            <a:r>
              <a:rPr lang="zh-CN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(by</a:t>
            </a:r>
            <a:r>
              <a:rPr lang="zh-CN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users)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3E43B7-3DEA-7C13-0B31-C66765D916E4}"/>
              </a:ext>
            </a:extLst>
          </p:cNvPr>
          <p:cNvSpPr txBox="1"/>
          <p:nvPr/>
        </p:nvSpPr>
        <p:spPr>
          <a:xfrm>
            <a:off x="2934318" y="4004193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Calibri"/>
              </a:defRPr>
            </a:pP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42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5D4026-AFC2-3942-425D-9601B29A2D8D}"/>
              </a:ext>
            </a:extLst>
          </p:cNvPr>
          <p:cNvSpPr txBox="1"/>
          <p:nvPr/>
        </p:nvSpPr>
        <p:spPr>
          <a:xfrm>
            <a:off x="3848718" y="4004193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Calibri"/>
              </a:defRPr>
            </a:pPr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vs 2.33%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5D4278-83CE-B1AF-7DC4-841E9ED55D14}"/>
              </a:ext>
            </a:extLst>
          </p:cNvPr>
          <p:cNvSpPr txBox="1"/>
          <p:nvPr/>
        </p:nvSpPr>
        <p:spPr>
          <a:xfrm>
            <a:off x="4671678" y="4004193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7A4D"/>
                </a:solidFill>
                <a:latin typeface="Calibri"/>
              </a:defRPr>
            </a:pP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+</a:t>
            </a:r>
            <a:r>
              <a:rPr lang="en-US" altLang="zh-CN" dirty="0">
                <a:latin typeface="Segoe UI" panose="020B0502040204020203" pitchFamily="34" charset="0"/>
                <a:cs typeface="Segoe UI" panose="020B0502040204020203" pitchFamily="34" charset="0"/>
              </a:rPr>
              <a:t>3.71</a:t>
            </a:r>
            <a:r>
              <a:rPr dirty="0">
                <a:latin typeface="Segoe UI" panose="020B0502040204020203" pitchFamily="34" charset="0"/>
                <a:cs typeface="Segoe UI" panose="020B0502040204020203" pitchFamily="34" charset="0"/>
              </a:rPr>
              <a:t>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A4A621-049A-555A-CEE7-5BAC20A0F7D8}"/>
              </a:ext>
            </a:extLst>
          </p:cNvPr>
          <p:cNvSpPr txBox="1"/>
          <p:nvPr/>
        </p:nvSpPr>
        <p:spPr>
          <a:xfrm>
            <a:off x="740971" y="756334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lang="en-US" altLang="zh-CN" sz="3200" dirty="0">
                <a:latin typeface="Segoe UI"/>
                <a:cs typeface="Segoe UI"/>
              </a:rPr>
              <a:t>Hypotheses</a:t>
            </a:r>
            <a:r>
              <a:rPr lang="zh-CN" alt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3200" dirty="0">
                <a:latin typeface="Segoe UI"/>
                <a:cs typeface="Segoe UI"/>
              </a:rPr>
              <a:t>-</a:t>
            </a:r>
            <a:r>
              <a:rPr lang="zh-CN" altLang="en-US" sz="320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Why stop generation is high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EE48B0ED-5F99-CA3B-5AF0-736AE3A2B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35" y="2352730"/>
            <a:ext cx="6143625" cy="2314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99D34A-DCC7-FA03-8062-24E0ECD3860A}"/>
              </a:ext>
            </a:extLst>
          </p:cNvPr>
          <p:cNvSpPr txBox="1"/>
          <p:nvPr/>
        </p:nvSpPr>
        <p:spPr>
          <a:xfrm>
            <a:off x="764389" y="1989931"/>
            <a:ext cx="3752306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ea typeface="Calibri"/>
                <a:cs typeface="Calibri"/>
              </a:rPr>
              <a:t>User would try ZQ as test and quit since ZQ is not personalized and latency is high</a:t>
            </a: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ea typeface="Calibri"/>
                <a:cs typeface="Calibri"/>
              </a:rPr>
              <a:t>Responds</a:t>
            </a:r>
            <a:r>
              <a:rPr lang="zh-CN" altLang="en-US" dirty="0">
                <a:ea typeface="Calibri"/>
                <a:cs typeface="Calibri"/>
              </a:rPr>
              <a:t> </a:t>
            </a:r>
            <a:r>
              <a:rPr lang="en-US" altLang="zh-CN" dirty="0">
                <a:ea typeface="Calibri"/>
                <a:cs typeface="Calibri"/>
              </a:rPr>
              <a:t>is</a:t>
            </a:r>
            <a:r>
              <a:rPr lang="zh-CN" altLang="en-US" dirty="0">
                <a:ea typeface="Calibri"/>
                <a:cs typeface="Calibri"/>
              </a:rPr>
              <a:t> </a:t>
            </a:r>
            <a:r>
              <a:rPr lang="en-US" altLang="zh-CN" dirty="0">
                <a:ea typeface="Calibri"/>
                <a:cs typeface="Calibri"/>
              </a:rPr>
              <a:t>slow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Tx/>
              <a:buAutoNum type="arabicPeriod"/>
            </a:pPr>
            <a:r>
              <a:rPr lang="en-US" dirty="0">
                <a:ea typeface="Calibri"/>
                <a:cs typeface="Calibri"/>
              </a:rPr>
              <a:t>Async capability is not enabled</a:t>
            </a:r>
          </a:p>
          <a:p>
            <a:pPr marL="342900" indent="-342900">
              <a:buFontTx/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FontTx/>
              <a:buAutoNum type="arabicPeriod"/>
            </a:pPr>
            <a:r>
              <a:rPr lang="en-US" dirty="0">
                <a:ea typeface="Calibri"/>
                <a:cs typeface="Calibri"/>
              </a:rPr>
              <a:t>Web</a:t>
            </a:r>
            <a:r>
              <a:rPr lang="en-US" altLang="zh-CN" dirty="0">
                <a:ea typeface="Calibri"/>
                <a:cs typeface="Calibri"/>
              </a:rPr>
              <a:t>/W</a:t>
            </a:r>
            <a:r>
              <a:rPr lang="en-US" dirty="0">
                <a:ea typeface="Calibri"/>
                <a:cs typeface="Calibri"/>
              </a:rPr>
              <a:t>ork tab is removed and user cannot switch between work and web</a:t>
            </a:r>
          </a:p>
          <a:p>
            <a:endParaRPr lang="en-US" dirty="0">
              <a:ea typeface="Calibri"/>
              <a:cs typeface="Calibri"/>
            </a:endParaRPr>
          </a:p>
          <a:p>
            <a:pPr marL="342900" indent="-342900">
              <a:buFontTx/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947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84A5-67D9-FBBD-9EBB-72D481FF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EE776-16A5-E57C-7392-4AC0FDCF64C4}"/>
              </a:ext>
            </a:extLst>
          </p:cNvPr>
          <p:cNvSpPr txBox="1"/>
          <p:nvPr/>
        </p:nvSpPr>
        <p:spPr>
          <a:xfrm>
            <a:off x="556819" y="355737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sz="3600" dirty="0">
                <a:latin typeface="Segoe UI" panose="020B0502040204020203" pitchFamily="34" charset="0"/>
                <a:cs typeface="Segoe UI" panose="020B0502040204020203" pitchFamily="34" charset="0"/>
              </a:rPr>
              <a:t>Next steps</a:t>
            </a:r>
            <a:r>
              <a:rPr lang="zh-CN" altLang="en-US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3600" dirty="0">
                <a:latin typeface="Segoe UI" panose="020B0502040204020203" pitchFamily="34" charset="0"/>
                <a:cs typeface="Segoe UI" panose="020B0502040204020203" pitchFamily="34" charset="0"/>
              </a:rPr>
              <a:t>–</a:t>
            </a:r>
            <a:r>
              <a:rPr lang="zh-CN" altLang="en-US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3600" dirty="0">
                <a:latin typeface="Segoe UI" panose="020B0502040204020203" pitchFamily="34" charset="0"/>
                <a:cs typeface="Segoe UI" panose="020B0502040204020203" pitchFamily="34" charset="0"/>
              </a:rPr>
              <a:t>Experiments</a:t>
            </a:r>
            <a:endParaRPr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6B642E-726F-73ED-6D46-37C008D23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356" y="7224421"/>
            <a:ext cx="2111959" cy="4578598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8BD49C-F7CD-BE09-9773-1C587CF91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1625" y="7226733"/>
            <a:ext cx="2069791" cy="4487182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7596CC-95C3-5F0E-E0B7-5E81D9898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809" y="7224421"/>
            <a:ext cx="2154527" cy="4670882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722715-DC53-A7B7-863E-48163E477DA3}"/>
              </a:ext>
            </a:extLst>
          </p:cNvPr>
          <p:cNvSpPr txBox="1"/>
          <p:nvPr/>
        </p:nvSpPr>
        <p:spPr>
          <a:xfrm>
            <a:off x="4492291" y="1153208"/>
            <a:ext cx="1806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Add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animation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Thinking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8610E-F051-3724-2051-7BEC390CF39F}"/>
              </a:ext>
            </a:extLst>
          </p:cNvPr>
          <p:cNvSpPr txBox="1"/>
          <p:nvPr/>
        </p:nvSpPr>
        <p:spPr>
          <a:xfrm>
            <a:off x="8453520" y="1188314"/>
            <a:ext cx="18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Queued-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prompt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C0091B-C359-5D77-53A2-F3EF8FA69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58" y="1751111"/>
            <a:ext cx="2161400" cy="4685784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6A6114E-E118-529F-7DA5-078F36353670}"/>
              </a:ext>
            </a:extLst>
          </p:cNvPr>
          <p:cNvSpPr txBox="1"/>
          <p:nvPr/>
        </p:nvSpPr>
        <p:spPr>
          <a:xfrm>
            <a:off x="920638" y="1172534"/>
            <a:ext cx="1806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Experiment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different</a:t>
            </a:r>
            <a:r>
              <a:rPr lang="zh-CN" alt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200" dirty="0">
                <a:latin typeface="Segoe UI" panose="020B0502040204020203" pitchFamily="34" charset="0"/>
                <a:cs typeface="Segoe UI" panose="020B0502040204020203" pitchFamily="34" charset="0"/>
              </a:rPr>
              <a:t>ZQ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B390A8-66AD-7B6F-6F61-707533E63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148" y="1723119"/>
            <a:ext cx="2154526" cy="4670882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57807A-2DCB-23D4-91E3-67C7015054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817" y="1723119"/>
            <a:ext cx="2154526" cy="4670882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59EC431-9570-C00D-CF98-34D4471DA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3044" y="1717571"/>
            <a:ext cx="2154526" cy="4670882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7440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FB2D9-A559-D121-6772-67B0AAAA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8102-ECE7-FEA1-8FA6-98CE5C89E178}"/>
              </a:ext>
            </a:extLst>
          </p:cNvPr>
          <p:cNvSpPr txBox="1"/>
          <p:nvPr/>
        </p:nvSpPr>
        <p:spPr>
          <a:xfrm>
            <a:off x="594654" y="830341"/>
            <a:ext cx="45292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sz="3600" dirty="0">
                <a:latin typeface="Segoe UI" panose="020B0502040204020203" pitchFamily="34" charset="0"/>
                <a:cs typeface="Segoe UI" panose="020B0502040204020203" pitchFamily="34" charset="0"/>
              </a:rPr>
              <a:t>Next steps</a:t>
            </a:r>
            <a:r>
              <a:rPr lang="zh-CN" altLang="en-US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3600" dirty="0">
                <a:latin typeface="Segoe UI" panose="020B0502040204020203" pitchFamily="34" charset="0"/>
                <a:cs typeface="Segoe UI" panose="020B0502040204020203" pitchFamily="34" charset="0"/>
              </a:rPr>
              <a:t>–</a:t>
            </a:r>
            <a:r>
              <a:rPr lang="zh-CN" altLang="en-US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3600" dirty="0">
                <a:latin typeface="Segoe UI" panose="020B0502040204020203" pitchFamily="34" charset="0"/>
                <a:cs typeface="Segoe UI" panose="020B0502040204020203" pitchFamily="34" charset="0"/>
              </a:rPr>
              <a:t>Experiments</a:t>
            </a:r>
            <a:endParaRPr sz="3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50D2809-2AC1-5F43-1BCA-3BD8DEB1A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532" y="1178013"/>
            <a:ext cx="2396743" cy="5195993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88A59A0-DBAD-CDEF-9E6B-E64C2D3FF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964" y="1178013"/>
            <a:ext cx="2396744" cy="5195995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30324B7-97DD-FA2B-3AAF-62DD1547E564}"/>
              </a:ext>
            </a:extLst>
          </p:cNvPr>
          <p:cNvSpPr txBox="1"/>
          <p:nvPr/>
        </p:nvSpPr>
        <p:spPr>
          <a:xfrm>
            <a:off x="8405780" y="483992"/>
            <a:ext cx="25571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lang="en-US" altLang="zh-CN" sz="1400" dirty="0">
                <a:latin typeface="Segoe UI"/>
                <a:ea typeface="宋体"/>
                <a:cs typeface="Segoe UI"/>
              </a:rPr>
              <a:t>Experiment B</a:t>
            </a:r>
            <a:r>
              <a:rPr lang="zh-CN" altLang="en-US" sz="1400" dirty="0">
                <a:latin typeface="Segoe UI"/>
                <a:ea typeface="宋体"/>
                <a:cs typeface="Segoe UI"/>
              </a:rPr>
              <a:t> </a:t>
            </a:r>
            <a:r>
              <a:rPr lang="en-US" altLang="zh-CN" sz="1400" dirty="0">
                <a:latin typeface="Segoe UI"/>
                <a:ea typeface="宋体"/>
                <a:cs typeface="Segoe UI"/>
              </a:rPr>
              <a:t>-</a:t>
            </a:r>
            <a:r>
              <a:rPr lang="zh-CN" altLang="en-US" sz="1400" dirty="0">
                <a:latin typeface="Segoe UI"/>
                <a:ea typeface="宋体"/>
                <a:cs typeface="Segoe UI"/>
              </a:rPr>
              <a:t> </a:t>
            </a:r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Liquid Glass prompt box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13B41-EA7C-72E7-2BC9-2CDFA4934409}"/>
              </a:ext>
            </a:extLst>
          </p:cNvPr>
          <p:cNvSpPr txBox="1"/>
          <p:nvPr/>
        </p:nvSpPr>
        <p:spPr>
          <a:xfrm>
            <a:off x="5451347" y="522564"/>
            <a:ext cx="2557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Calibri"/>
              </a:defRPr>
            </a:pPr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Current</a:t>
            </a:r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Prompt</a:t>
            </a:r>
            <a:r>
              <a:rPr lang="zh-CN" alt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1400" dirty="0">
                <a:latin typeface="Segoe UI" panose="020B0502040204020203" pitchFamily="34" charset="0"/>
                <a:cs typeface="Segoe UI" panose="020B0502040204020203" pitchFamily="34" charset="0"/>
              </a:rPr>
              <a:t>line</a:t>
            </a:r>
          </a:p>
        </p:txBody>
      </p:sp>
    </p:spTree>
    <p:extLst>
      <p:ext uri="{BB962C8B-B14F-4D97-AF65-F5344CB8AC3E}">
        <p14:creationId xmlns:p14="http://schemas.microsoft.com/office/powerpoint/2010/main" val="56662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Office PowerPoint</Application>
  <PresentationFormat>Widescreen</PresentationFormat>
  <Paragraphs>185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Jing Guan</cp:lastModifiedBy>
  <cp:revision>5</cp:revision>
  <dcterms:created xsi:type="dcterms:W3CDTF">2013-01-27T09:14:16Z</dcterms:created>
  <dcterms:modified xsi:type="dcterms:W3CDTF">2026-04-16T14:51:30Z</dcterms:modified>
  <cp:category/>
</cp:coreProperties>
</file>